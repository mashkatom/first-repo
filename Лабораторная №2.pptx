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65" r:id="rId4"/>
    <p:sldId id="266" r:id="rId5"/>
    <p:sldId id="267" r:id="rId6"/>
    <p:sldId id="268" r:id="rId7"/>
    <p:sldId id="269" r:id="rId8"/>
    <p:sldId id="270" r:id="rId9"/>
    <p:sldId id="272" r:id="rId10"/>
    <p:sldId id="271" r:id="rId11"/>
    <p:sldId id="273" r:id="rId12"/>
    <p:sldId id="274" r:id="rId13"/>
    <p:sldId id="264" r:id="rId14"/>
    <p:sldId id="276" r:id="rId15"/>
    <p:sldId id="279" r:id="rId16"/>
    <p:sldId id="280" r:id="rId17"/>
    <p:sldId id="281" r:id="rId18"/>
    <p:sldId id="282" r:id="rId19"/>
    <p:sldId id="283" r:id="rId20"/>
    <p:sldId id="278" r:id="rId21"/>
    <p:sldId id="275" r:id="rId22"/>
    <p:sldId id="262" r:id="rId23"/>
  </p:sldIdLst>
  <p:sldSz cx="12954000" cy="6832600"/>
  <p:notesSz cx="6858000" cy="9144000"/>
  <p:defaultTextStyle>
    <a:defPPr marL="0" marR="0" indent="0" algn="l" defTabSz="914400" rtl="0" fontAlgn="auto" latinLnBrk="1" hangingPunct="0">
      <a:lnSpc>
        <a:spcPct val="100000"/>
      </a:lnSpc>
      <a:spcBef>
        <a:spcPts val="0"/>
      </a:spcBef>
      <a:spcAft>
        <a:spcPts val="0"/>
      </a:spcAft>
      <a:buSzPct val="100000"/>
      <a:buFontTx/>
      <a:buNone/>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SzPct val="100000"/>
      <a:buFontTx/>
      <a:buNone/>
      <a:defRPr kumimoji="0" sz="1800" b="0" i="0" u="none" strike="noStrike" cap="none" spc="0" normalizeH="0" baseline="0">
        <a:ln>
          <a:noFill/>
        </a:ln>
        <a:solidFill>
          <a:srgbClr val="000000"/>
        </a:solidFill>
        <a:effectLst/>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0" marR="0" indent="457200" algn="l" defTabSz="457200" rtl="0" fontAlgn="auto" latinLnBrk="0" hangingPunct="0">
      <a:lnSpc>
        <a:spcPct val="100000"/>
      </a:lnSpc>
      <a:spcBef>
        <a:spcPts val="0"/>
      </a:spcBef>
      <a:spcAft>
        <a:spcPts val="0"/>
      </a:spcAft>
      <a:buSzPct val="100000"/>
      <a:buFontTx/>
      <a:buNone/>
      <a:defRPr kumimoji="0" sz="1800" b="0" i="0" u="none" strike="noStrike" cap="none" spc="0" normalizeH="0" baseline="0">
        <a:ln>
          <a:noFill/>
        </a:ln>
        <a:solidFill>
          <a:srgbClr val="000000"/>
        </a:solidFill>
        <a:effectLst/>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2pPr>
    <a:lvl3pPr marL="0" marR="0" indent="914400" algn="l" defTabSz="457200" rtl="0" fontAlgn="auto" latinLnBrk="0" hangingPunct="0">
      <a:lnSpc>
        <a:spcPct val="100000"/>
      </a:lnSpc>
      <a:spcBef>
        <a:spcPts val="0"/>
      </a:spcBef>
      <a:spcAft>
        <a:spcPts val="0"/>
      </a:spcAft>
      <a:buSzPct val="100000"/>
      <a:buFontTx/>
      <a:buNone/>
      <a:defRPr kumimoji="0" sz="1800" b="0" i="0" u="none" strike="noStrike" cap="none" spc="0" normalizeH="0" baseline="0">
        <a:ln>
          <a:noFill/>
        </a:ln>
        <a:solidFill>
          <a:srgbClr val="000000"/>
        </a:solidFill>
        <a:effectLst/>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3pPr>
    <a:lvl4pPr marL="0" marR="0" indent="1371600" algn="l" defTabSz="457200" rtl="0" fontAlgn="auto" latinLnBrk="0" hangingPunct="0">
      <a:lnSpc>
        <a:spcPct val="100000"/>
      </a:lnSpc>
      <a:spcBef>
        <a:spcPts val="0"/>
      </a:spcBef>
      <a:spcAft>
        <a:spcPts val="0"/>
      </a:spcAft>
      <a:buSzPct val="100000"/>
      <a:buFontTx/>
      <a:buNone/>
      <a:defRPr kumimoji="0" sz="1800" b="0" i="0" u="none" strike="noStrike" cap="none" spc="0" normalizeH="0" baseline="0">
        <a:ln>
          <a:noFill/>
        </a:ln>
        <a:solidFill>
          <a:srgbClr val="000000"/>
        </a:solidFill>
        <a:effectLst/>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4pPr>
    <a:lvl5pPr marL="0" marR="0" indent="1828800" algn="l" defTabSz="457200" rtl="0" fontAlgn="auto" latinLnBrk="0" hangingPunct="0">
      <a:lnSpc>
        <a:spcPct val="100000"/>
      </a:lnSpc>
      <a:spcBef>
        <a:spcPts val="0"/>
      </a:spcBef>
      <a:spcAft>
        <a:spcPts val="0"/>
      </a:spcAft>
      <a:buSzPct val="100000"/>
      <a:buFontTx/>
      <a:buNone/>
      <a:defRPr kumimoji="0" sz="1800" b="0" i="0" u="none" strike="noStrike" cap="none" spc="0" normalizeH="0" baseline="0">
        <a:ln>
          <a:noFill/>
        </a:ln>
        <a:solidFill>
          <a:srgbClr val="000000"/>
        </a:solidFill>
        <a:effectLst/>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5pPr>
    <a:lvl6pPr marL="0" marR="0" indent="2286000" algn="l" defTabSz="457200" rtl="0" fontAlgn="auto" latinLnBrk="0" hangingPunct="0">
      <a:lnSpc>
        <a:spcPct val="100000"/>
      </a:lnSpc>
      <a:spcBef>
        <a:spcPts val="0"/>
      </a:spcBef>
      <a:spcAft>
        <a:spcPts val="0"/>
      </a:spcAft>
      <a:buSzPct val="100000"/>
      <a:buFontTx/>
      <a:buNone/>
      <a:defRPr kumimoji="0" sz="1800" b="0" i="0" u="none" strike="noStrike" cap="none" spc="0" normalizeH="0" baseline="0">
        <a:ln>
          <a:noFill/>
        </a:ln>
        <a:solidFill>
          <a:srgbClr val="000000"/>
        </a:solidFill>
        <a:effectLst/>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6pPr>
    <a:lvl7pPr marL="0" marR="0" indent="2743200" algn="l" defTabSz="457200" rtl="0" fontAlgn="auto" latinLnBrk="0" hangingPunct="0">
      <a:lnSpc>
        <a:spcPct val="100000"/>
      </a:lnSpc>
      <a:spcBef>
        <a:spcPts val="0"/>
      </a:spcBef>
      <a:spcAft>
        <a:spcPts val="0"/>
      </a:spcAft>
      <a:buSzPct val="100000"/>
      <a:buFontTx/>
      <a:buNone/>
      <a:defRPr kumimoji="0" sz="1800" b="0" i="0" u="none" strike="noStrike" cap="none" spc="0" normalizeH="0" baseline="0">
        <a:ln>
          <a:noFill/>
        </a:ln>
        <a:solidFill>
          <a:srgbClr val="000000"/>
        </a:solidFill>
        <a:effectLst/>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7pPr>
    <a:lvl8pPr marL="0" marR="0" indent="3200400" algn="l" defTabSz="457200" rtl="0" fontAlgn="auto" latinLnBrk="0" hangingPunct="0">
      <a:lnSpc>
        <a:spcPct val="100000"/>
      </a:lnSpc>
      <a:spcBef>
        <a:spcPts val="0"/>
      </a:spcBef>
      <a:spcAft>
        <a:spcPts val="0"/>
      </a:spcAft>
      <a:buSzPct val="100000"/>
      <a:buFontTx/>
      <a:buNone/>
      <a:defRPr kumimoji="0" sz="1800" b="0" i="0" u="none" strike="noStrike" cap="none" spc="0" normalizeH="0" baseline="0">
        <a:ln>
          <a:noFill/>
        </a:ln>
        <a:solidFill>
          <a:srgbClr val="000000"/>
        </a:solidFill>
        <a:effectLst/>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8pPr>
    <a:lvl9pPr marL="0" marR="0" indent="3657600" algn="l" defTabSz="457200" rtl="0" fontAlgn="auto" latinLnBrk="0" hangingPunct="0">
      <a:lnSpc>
        <a:spcPct val="100000"/>
      </a:lnSpc>
      <a:spcBef>
        <a:spcPts val="0"/>
      </a:spcBef>
      <a:spcAft>
        <a:spcPts val="0"/>
      </a:spcAft>
      <a:buSzPct val="100000"/>
      <a:buFontTx/>
      <a:buNone/>
      <a:defRPr kumimoji="0" sz="1800" b="0" i="0" u="none" strike="noStrike" cap="none" spc="0" normalizeH="0" baseline="0">
        <a:ln>
          <a:noFill/>
        </a:ln>
        <a:solidFill>
          <a:srgbClr val="000000"/>
        </a:solidFill>
        <a:effectLst/>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302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rgbClr val="FFFFFF"/>
          </a:solidFill>
        </a:fill>
      </a:tcStyle>
    </a:band2H>
    <a:firstCo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Col>
    <a:lastRow>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lastRow>
    <a:firstRow>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Row>
  </a:tblStyle>
  <a:tblStyle styleId="{C7B018BB-80A7-4F77-B60F-C8B233D01FF8}"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CACC"/>
          </a:solidFill>
        </a:fill>
      </a:tcStyle>
    </a:wholeTbl>
    <a:band2H>
      <a:tcTxStyle/>
      <a:tcStyle>
        <a:tcBdr/>
        <a:fill>
          <a:solidFill>
            <a:srgbClr val="F0E6E7"/>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9DEE9"/>
          </a:solidFill>
        </a:fill>
      </a:tcStyle>
    </a:wholeTbl>
    <a:band2H>
      <a:tcTxStyle/>
      <a:tcStyle>
        <a:tcBdr/>
        <a:fill>
          <a:solidFill>
            <a:srgbClr val="EDEFF4"/>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E0E2"/>
          </a:solidFill>
        </a:fill>
      </a:tcStyle>
    </a:wholeTbl>
    <a:band2H>
      <a:tcTxStyle/>
      <a:tcStyle>
        <a:tcBdr/>
        <a:fill>
          <a:solidFill>
            <a:srgbClr val="E6F0F1"/>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Arial"/>
          <a:ea typeface="Arial"/>
          <a:cs typeface="Arial"/>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Arial"/>
          <a:ea typeface="Arial"/>
          <a:cs typeface="Arial"/>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97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Мария Томилина" userId="160ef5aefa40e305" providerId="LiveId" clId="{835B7C0D-76E5-4E29-995D-107C1358B247}"/>
    <pc:docChg chg="undo custSel addSld delSld modSld">
      <pc:chgData name="Мария Томилина" userId="160ef5aefa40e305" providerId="LiveId" clId="{835B7C0D-76E5-4E29-995D-107C1358B247}" dt="2026-02-26T01:12:24.284" v="956" actId="1076"/>
      <pc:docMkLst>
        <pc:docMk/>
      </pc:docMkLst>
      <pc:sldChg chg="addSp delSp modSp mod">
        <pc:chgData name="Мария Томилина" userId="160ef5aefa40e305" providerId="LiveId" clId="{835B7C0D-76E5-4E29-995D-107C1358B247}" dt="2026-02-26T01:10:49.036" v="953" actId="1076"/>
        <pc:sldMkLst>
          <pc:docMk/>
          <pc:sldMk cId="0" sldId="257"/>
        </pc:sldMkLst>
        <pc:spChg chg="add mod">
          <ac:chgData name="Мария Томилина" userId="160ef5aefa40e305" providerId="LiveId" clId="{835B7C0D-76E5-4E29-995D-107C1358B247}" dt="2026-02-26T01:10:49.036" v="953" actId="1076"/>
          <ac:spMkLst>
            <pc:docMk/>
            <pc:sldMk cId="0" sldId="257"/>
            <ac:spMk id="8" creationId="{1DB24520-38D9-94D0-2194-029A526BCDC7}"/>
          </ac:spMkLst>
        </pc:spChg>
        <pc:spChg chg="add mod">
          <ac:chgData name="Мария Томилина" userId="160ef5aefa40e305" providerId="LiveId" clId="{835B7C0D-76E5-4E29-995D-107C1358B247}" dt="2026-02-26T01:10:49.036" v="953" actId="1076"/>
          <ac:spMkLst>
            <pc:docMk/>
            <pc:sldMk cId="0" sldId="257"/>
            <ac:spMk id="10" creationId="{1967BEB1-D785-3066-BADC-F79EE9E917D3}"/>
          </ac:spMkLst>
        </pc:spChg>
        <pc:spChg chg="add mod">
          <ac:chgData name="Мария Томилина" userId="160ef5aefa40e305" providerId="LiveId" clId="{835B7C0D-76E5-4E29-995D-107C1358B247}" dt="2026-02-26T00:57:12.531" v="588" actId="1076"/>
          <ac:spMkLst>
            <pc:docMk/>
            <pc:sldMk cId="0" sldId="257"/>
            <ac:spMk id="14" creationId="{3F0949B7-6367-9408-DDFD-E9FDD1A0570D}"/>
          </ac:spMkLst>
        </pc:spChg>
        <pc:spChg chg="add mod">
          <ac:chgData name="Мария Томилина" userId="160ef5aefa40e305" providerId="LiveId" clId="{835B7C0D-76E5-4E29-995D-107C1358B247}" dt="2026-02-26T01:10:49.036" v="953" actId="1076"/>
          <ac:spMkLst>
            <pc:docMk/>
            <pc:sldMk cId="0" sldId="257"/>
            <ac:spMk id="15" creationId="{9D3F3CAA-F2FB-011C-1C39-3FC3E1423813}"/>
          </ac:spMkLst>
        </pc:spChg>
        <pc:spChg chg="add del">
          <ac:chgData name="Мария Томилина" userId="160ef5aefa40e305" providerId="LiveId" clId="{835B7C0D-76E5-4E29-995D-107C1358B247}" dt="2026-02-26T00:58:15.125" v="599" actId="22"/>
          <ac:spMkLst>
            <pc:docMk/>
            <pc:sldMk cId="0" sldId="257"/>
            <ac:spMk id="17" creationId="{7F04D646-0136-1D2D-2DC5-FCFB339E9D0A}"/>
          </ac:spMkLst>
        </pc:spChg>
        <pc:spChg chg="add mod">
          <ac:chgData name="Мария Томилина" userId="160ef5aefa40e305" providerId="LiveId" clId="{835B7C0D-76E5-4E29-995D-107C1358B247}" dt="2026-02-26T01:09:46.485" v="948" actId="1076"/>
          <ac:spMkLst>
            <pc:docMk/>
            <pc:sldMk cId="0" sldId="257"/>
            <ac:spMk id="18" creationId="{ADE1AB88-8A3D-80E7-293B-F1823AA2261C}"/>
          </ac:spMkLst>
        </pc:spChg>
        <pc:spChg chg="add mod">
          <ac:chgData name="Мария Томилина" userId="160ef5aefa40e305" providerId="LiveId" clId="{835B7C0D-76E5-4E29-995D-107C1358B247}" dt="2026-02-26T01:09:46.485" v="948" actId="1076"/>
          <ac:spMkLst>
            <pc:docMk/>
            <pc:sldMk cId="0" sldId="257"/>
            <ac:spMk id="19" creationId="{C32DF373-93EA-2AFA-0CD4-434B94DFA59E}"/>
          </ac:spMkLst>
        </pc:spChg>
        <pc:spChg chg="add mod">
          <ac:chgData name="Мария Томилина" userId="160ef5aefa40e305" providerId="LiveId" clId="{835B7C0D-76E5-4E29-995D-107C1358B247}" dt="2026-02-26T01:10:24.239" v="952" actId="1076"/>
          <ac:spMkLst>
            <pc:docMk/>
            <pc:sldMk cId="0" sldId="257"/>
            <ac:spMk id="21" creationId="{7698F9D6-E05E-A05F-5D70-A15AC101E15E}"/>
          </ac:spMkLst>
        </pc:spChg>
        <pc:spChg chg="add mod">
          <ac:chgData name="Мария Томилина" userId="160ef5aefa40e305" providerId="LiveId" clId="{835B7C0D-76E5-4E29-995D-107C1358B247}" dt="2026-02-26T01:10:49.036" v="953" actId="1076"/>
          <ac:spMkLst>
            <pc:docMk/>
            <pc:sldMk cId="0" sldId="257"/>
            <ac:spMk id="22" creationId="{A2297A24-EDE4-7EEC-C03F-D3BF7E1E725D}"/>
          </ac:spMkLst>
        </pc:spChg>
        <pc:spChg chg="add mod">
          <ac:chgData name="Мария Томилина" userId="160ef5aefa40e305" providerId="LiveId" clId="{835B7C0D-76E5-4E29-995D-107C1358B247}" dt="2026-02-26T01:10:49.036" v="953" actId="1076"/>
          <ac:spMkLst>
            <pc:docMk/>
            <pc:sldMk cId="0" sldId="257"/>
            <ac:spMk id="24" creationId="{17DE6843-9DC9-4081-494E-309B5C495FFC}"/>
          </ac:spMkLst>
        </pc:spChg>
        <pc:spChg chg="add mod">
          <ac:chgData name="Мария Томилина" userId="160ef5aefa40e305" providerId="LiveId" clId="{835B7C0D-76E5-4E29-995D-107C1358B247}" dt="2026-02-26T01:10:49.036" v="953" actId="1076"/>
          <ac:spMkLst>
            <pc:docMk/>
            <pc:sldMk cId="0" sldId="257"/>
            <ac:spMk id="25" creationId="{6193CC44-09FC-D152-E50D-B26E505AC14A}"/>
          </ac:spMkLst>
        </pc:spChg>
        <pc:spChg chg="add mod">
          <ac:chgData name="Мария Томилина" userId="160ef5aefa40e305" providerId="LiveId" clId="{835B7C0D-76E5-4E29-995D-107C1358B247}" dt="2026-02-26T01:04:03.107" v="832"/>
          <ac:spMkLst>
            <pc:docMk/>
            <pc:sldMk cId="0" sldId="257"/>
            <ac:spMk id="27" creationId="{29CEF9B0-C1A4-1718-7920-1B2699950958}"/>
          </ac:spMkLst>
        </pc:spChg>
        <pc:spChg chg="add mod">
          <ac:chgData name="Мария Томилина" userId="160ef5aefa40e305" providerId="LiveId" clId="{835B7C0D-76E5-4E29-995D-107C1358B247}" dt="2026-02-26T01:10:24.239" v="952" actId="1076"/>
          <ac:spMkLst>
            <pc:docMk/>
            <pc:sldMk cId="0" sldId="257"/>
            <ac:spMk id="28" creationId="{445D881D-C2CF-BB31-9067-4204A7A0CE4D}"/>
          </ac:spMkLst>
        </pc:spChg>
        <pc:spChg chg="add mod">
          <ac:chgData name="Мария Томилина" userId="160ef5aefa40e305" providerId="LiveId" clId="{835B7C0D-76E5-4E29-995D-107C1358B247}" dt="2026-02-26T01:10:49.036" v="953" actId="1076"/>
          <ac:spMkLst>
            <pc:docMk/>
            <pc:sldMk cId="0" sldId="257"/>
            <ac:spMk id="30" creationId="{B8CE8816-E756-D648-FB01-96DCD5797124}"/>
          </ac:spMkLst>
        </pc:spChg>
        <pc:spChg chg="add mod">
          <ac:chgData name="Мария Томилина" userId="160ef5aefa40e305" providerId="LiveId" clId="{835B7C0D-76E5-4E29-995D-107C1358B247}" dt="2026-02-26T01:10:49.036" v="953" actId="1076"/>
          <ac:spMkLst>
            <pc:docMk/>
            <pc:sldMk cId="0" sldId="257"/>
            <ac:spMk id="31" creationId="{E8A45FAB-7D60-9C09-263B-D787D2091167}"/>
          </ac:spMkLst>
        </pc:spChg>
        <pc:spChg chg="add mod">
          <ac:chgData name="Мария Томилина" userId="160ef5aefa40e305" providerId="LiveId" clId="{835B7C0D-76E5-4E29-995D-107C1358B247}" dt="2026-02-26T01:10:49.036" v="953" actId="1076"/>
          <ac:spMkLst>
            <pc:docMk/>
            <pc:sldMk cId="0" sldId="257"/>
            <ac:spMk id="33" creationId="{D9DFEA28-AC25-A409-A340-181B9A7C279B}"/>
          </ac:spMkLst>
        </pc:spChg>
        <pc:spChg chg="add mod">
          <ac:chgData name="Мария Томилина" userId="160ef5aefa40e305" providerId="LiveId" clId="{835B7C0D-76E5-4E29-995D-107C1358B247}" dt="2026-02-26T01:10:24.239" v="952" actId="1076"/>
          <ac:spMkLst>
            <pc:docMk/>
            <pc:sldMk cId="0" sldId="257"/>
            <ac:spMk id="34" creationId="{3A90CEC2-E163-4719-90C2-2C168D34A4EE}"/>
          </ac:spMkLst>
        </pc:spChg>
        <pc:spChg chg="add mod">
          <ac:chgData name="Мария Томилина" userId="160ef5aefa40e305" providerId="LiveId" clId="{835B7C0D-76E5-4E29-995D-107C1358B247}" dt="2026-02-26T01:09:01.533" v="933" actId="1076"/>
          <ac:spMkLst>
            <pc:docMk/>
            <pc:sldMk cId="0" sldId="257"/>
            <ac:spMk id="36" creationId="{4FAB86E4-A165-6E0A-AD9C-8CCFD7EECF8C}"/>
          </ac:spMkLst>
        </pc:spChg>
        <pc:spChg chg="add mod">
          <ac:chgData name="Мария Томилина" userId="160ef5aefa40e305" providerId="LiveId" clId="{835B7C0D-76E5-4E29-995D-107C1358B247}" dt="2026-02-26T01:10:49.036" v="953" actId="1076"/>
          <ac:spMkLst>
            <pc:docMk/>
            <pc:sldMk cId="0" sldId="257"/>
            <ac:spMk id="37" creationId="{1CC633E1-86DD-0E1D-901C-8D28C2ABD015}"/>
          </ac:spMkLst>
        </pc:spChg>
        <pc:cxnChg chg="add mod">
          <ac:chgData name="Мария Томилина" userId="160ef5aefa40e305" providerId="LiveId" clId="{835B7C0D-76E5-4E29-995D-107C1358B247}" dt="2026-02-26T01:10:10.631" v="950" actId="14100"/>
          <ac:cxnSpMkLst>
            <pc:docMk/>
            <pc:sldMk cId="0" sldId="257"/>
            <ac:cxnSpMk id="12" creationId="{53B9FB72-1B09-78B4-FC0C-CFA2EA088E70}"/>
          </ac:cxnSpMkLst>
        </pc:cxnChg>
      </pc:sldChg>
      <pc:sldChg chg="addSp delSp modSp mod">
        <pc:chgData name="Мария Томилина" userId="160ef5aefa40e305" providerId="LiveId" clId="{835B7C0D-76E5-4E29-995D-107C1358B247}" dt="2026-02-26T01:05:19.990" v="850" actId="1076"/>
        <pc:sldMkLst>
          <pc:docMk/>
          <pc:sldMk cId="0" sldId="264"/>
        </pc:sldMkLst>
        <pc:spChg chg="mod">
          <ac:chgData name="Мария Томилина" userId="160ef5aefa40e305" providerId="LiveId" clId="{835B7C0D-76E5-4E29-995D-107C1358B247}" dt="2026-02-26T01:05:10.862" v="849" actId="20577"/>
          <ac:spMkLst>
            <pc:docMk/>
            <pc:sldMk cId="0" sldId="264"/>
            <ac:spMk id="3" creationId="{00000000-0000-0000-0000-000000000000}"/>
          </ac:spMkLst>
        </pc:spChg>
        <pc:spChg chg="add mod">
          <ac:chgData name="Мария Томилина" userId="160ef5aefa40e305" providerId="LiveId" clId="{835B7C0D-76E5-4E29-995D-107C1358B247}" dt="2026-02-26T01:05:19.990" v="850" actId="1076"/>
          <ac:spMkLst>
            <pc:docMk/>
            <pc:sldMk cId="0" sldId="264"/>
            <ac:spMk id="10" creationId="{D5064BF2-EA36-505E-A3BB-3286AF17454D}"/>
          </ac:spMkLst>
        </pc:spChg>
        <pc:spChg chg="add mod">
          <ac:chgData name="Мария Томилина" userId="160ef5aefa40e305" providerId="LiveId" clId="{835B7C0D-76E5-4E29-995D-107C1358B247}" dt="2026-02-25T22:35:44.838" v="102" actId="20577"/>
          <ac:spMkLst>
            <pc:docMk/>
            <pc:sldMk cId="0" sldId="264"/>
            <ac:spMk id="11" creationId="{7C616961-83D3-ED56-350F-A9F096736F5C}"/>
          </ac:spMkLst>
        </pc:spChg>
        <pc:spChg chg="add mod">
          <ac:chgData name="Мария Томилина" userId="160ef5aefa40e305" providerId="LiveId" clId="{835B7C0D-76E5-4E29-995D-107C1358B247}" dt="2026-02-26T00:52:44.386" v="532"/>
          <ac:spMkLst>
            <pc:docMk/>
            <pc:sldMk cId="0" sldId="264"/>
            <ac:spMk id="12" creationId="{1AE25643-A5B6-2EB3-35CB-48D3565C2B1D}"/>
          </ac:spMkLst>
        </pc:spChg>
        <pc:spChg chg="add mod">
          <ac:chgData name="Мария Томилина" userId="160ef5aefa40e305" providerId="LiveId" clId="{835B7C0D-76E5-4E29-995D-107C1358B247}" dt="2026-02-26T00:54:15.580" v="552"/>
          <ac:spMkLst>
            <pc:docMk/>
            <pc:sldMk cId="0" sldId="264"/>
            <ac:spMk id="13" creationId="{6B0312BD-ED28-77E0-6285-E7E34DDD2374}"/>
          </ac:spMkLst>
        </pc:spChg>
        <pc:spChg chg="add mod">
          <ac:chgData name="Мария Томилина" userId="160ef5aefa40e305" providerId="LiveId" clId="{835B7C0D-76E5-4E29-995D-107C1358B247}" dt="2026-02-26T00:55:54.837" v="574"/>
          <ac:spMkLst>
            <pc:docMk/>
            <pc:sldMk cId="0" sldId="264"/>
            <ac:spMk id="14" creationId="{489A9810-5DBD-1CAF-11BE-1B2A45BB6D45}"/>
          </ac:spMkLst>
        </pc:spChg>
        <pc:graphicFrameChg chg="add del mod">
          <ac:chgData name="Мария Томилина" userId="160ef5aefa40e305" providerId="LiveId" clId="{835B7C0D-76E5-4E29-995D-107C1358B247}" dt="2026-02-25T22:26:47.237" v="1" actId="478"/>
          <ac:graphicFrameMkLst>
            <pc:docMk/>
            <pc:sldMk cId="0" sldId="264"/>
            <ac:graphicFrameMk id="5" creationId="{AEA2BBF8-B170-BAE3-102F-B7135788044D}"/>
          </ac:graphicFrameMkLst>
        </pc:graphicFrameChg>
        <pc:picChg chg="add mod">
          <ac:chgData name="Мария Томилина" userId="160ef5aefa40e305" providerId="LiveId" clId="{835B7C0D-76E5-4E29-995D-107C1358B247}" dt="2026-02-25T22:29:07.846" v="19" actId="14100"/>
          <ac:picMkLst>
            <pc:docMk/>
            <pc:sldMk cId="0" sldId="264"/>
            <ac:picMk id="8" creationId="{41C07CDA-86F3-292F-9733-FD3AA6936945}"/>
          </ac:picMkLst>
        </pc:picChg>
      </pc:sldChg>
      <pc:sldChg chg="addSp delSp modSp mod">
        <pc:chgData name="Мария Томилина" userId="160ef5aefa40e305" providerId="LiveId" clId="{835B7C0D-76E5-4E29-995D-107C1358B247}" dt="2026-02-26T00:55:14.944" v="564"/>
        <pc:sldMkLst>
          <pc:docMk/>
          <pc:sldMk cId="2139056842" sldId="265"/>
        </pc:sldMkLst>
        <pc:spChg chg="mod">
          <ac:chgData name="Мария Томилина" userId="160ef5aefa40e305" providerId="LiveId" clId="{835B7C0D-76E5-4E29-995D-107C1358B247}" dt="2026-02-26T00:36:29.577" v="439" actId="20577"/>
          <ac:spMkLst>
            <pc:docMk/>
            <pc:sldMk cId="2139056842" sldId="265"/>
            <ac:spMk id="6" creationId="{698D6CE8-5C2F-E048-5C73-C3584BAE4BFA}"/>
          </ac:spMkLst>
        </pc:spChg>
        <pc:spChg chg="add del mod">
          <ac:chgData name="Мария Томилина" userId="160ef5aefa40e305" providerId="LiveId" clId="{835B7C0D-76E5-4E29-995D-107C1358B247}" dt="2026-02-26T00:55:06.344" v="561" actId="478"/>
          <ac:spMkLst>
            <pc:docMk/>
            <pc:sldMk cId="2139056842" sldId="265"/>
            <ac:spMk id="7" creationId="{899D4C1D-976D-7BCB-E8F9-A7D15DC82F9C}"/>
          </ac:spMkLst>
        </pc:spChg>
        <pc:spChg chg="add del">
          <ac:chgData name="Мария Томилина" userId="160ef5aefa40e305" providerId="LiveId" clId="{835B7C0D-76E5-4E29-995D-107C1358B247}" dt="2026-02-26T00:47:11.384" v="489" actId="478"/>
          <ac:spMkLst>
            <pc:docMk/>
            <pc:sldMk cId="2139056842" sldId="265"/>
            <ac:spMk id="8" creationId="{12E01634-DB2D-B6B7-9635-524EB2D965BB}"/>
          </ac:spMkLst>
        </pc:spChg>
        <pc:spChg chg="add del mod">
          <ac:chgData name="Мария Томилина" userId="160ef5aefa40e305" providerId="LiveId" clId="{835B7C0D-76E5-4E29-995D-107C1358B247}" dt="2026-02-26T00:55:10.249" v="563" actId="478"/>
          <ac:spMkLst>
            <pc:docMk/>
            <pc:sldMk cId="2139056842" sldId="265"/>
            <ac:spMk id="9" creationId="{6FC6E648-3D95-E5D5-4BE3-3C0209E4A9CA}"/>
          </ac:spMkLst>
        </pc:spChg>
        <pc:spChg chg="add mod">
          <ac:chgData name="Мария Томилина" userId="160ef5aefa40e305" providerId="LiveId" clId="{835B7C0D-76E5-4E29-995D-107C1358B247}" dt="2026-02-26T00:55:07.183" v="562"/>
          <ac:spMkLst>
            <pc:docMk/>
            <pc:sldMk cId="2139056842" sldId="265"/>
            <ac:spMk id="10" creationId="{36C1576A-3BA8-4F38-28FE-5FFE6119BD73}"/>
          </ac:spMkLst>
        </pc:spChg>
        <pc:spChg chg="add mod">
          <ac:chgData name="Мария Томилина" userId="160ef5aefa40e305" providerId="LiveId" clId="{835B7C0D-76E5-4E29-995D-107C1358B247}" dt="2026-02-26T00:55:14.944" v="564"/>
          <ac:spMkLst>
            <pc:docMk/>
            <pc:sldMk cId="2139056842" sldId="265"/>
            <ac:spMk id="11" creationId="{4EAA2586-EB24-B45D-2CA8-3794CD6EA27B}"/>
          </ac:spMkLst>
        </pc:spChg>
      </pc:sldChg>
      <pc:sldChg chg="addSp modSp mod">
        <pc:chgData name="Мария Томилина" userId="160ef5aefa40e305" providerId="LiveId" clId="{835B7C0D-76E5-4E29-995D-107C1358B247}" dt="2026-02-26T00:48:43.419" v="500" actId="207"/>
        <pc:sldMkLst>
          <pc:docMk/>
          <pc:sldMk cId="2652128498" sldId="266"/>
        </pc:sldMkLst>
        <pc:spChg chg="add mod">
          <ac:chgData name="Мария Томилина" userId="160ef5aefa40e305" providerId="LiveId" clId="{835B7C0D-76E5-4E29-995D-107C1358B247}" dt="2026-02-26T00:48:07.503" v="494" actId="1076"/>
          <ac:spMkLst>
            <pc:docMk/>
            <pc:sldMk cId="2652128498" sldId="266"/>
            <ac:spMk id="7" creationId="{129D3DAD-9CFF-7D80-9FEB-7581FB793839}"/>
          </ac:spMkLst>
        </pc:spChg>
        <pc:spChg chg="add mod">
          <ac:chgData name="Мария Томилина" userId="160ef5aefa40e305" providerId="LiveId" clId="{835B7C0D-76E5-4E29-995D-107C1358B247}" dt="2026-02-26T00:48:20.180" v="496" actId="1076"/>
          <ac:spMkLst>
            <pc:docMk/>
            <pc:sldMk cId="2652128498" sldId="266"/>
            <ac:spMk id="8" creationId="{D2855D7D-01D2-259B-F990-0BCC28C3721F}"/>
          </ac:spMkLst>
        </pc:spChg>
        <pc:spChg chg="add mod">
          <ac:chgData name="Мария Томилина" userId="160ef5aefa40e305" providerId="LiveId" clId="{835B7C0D-76E5-4E29-995D-107C1358B247}" dt="2026-02-26T00:48:43.419" v="500" actId="207"/>
          <ac:spMkLst>
            <pc:docMk/>
            <pc:sldMk cId="2652128498" sldId="266"/>
            <ac:spMk id="9" creationId="{10372408-B3A1-E112-AC3E-E2DDB04FA9EA}"/>
          </ac:spMkLst>
        </pc:spChg>
      </pc:sldChg>
      <pc:sldChg chg="addSp modSp mod">
        <pc:chgData name="Мария Томилина" userId="160ef5aefa40e305" providerId="LiveId" clId="{835B7C0D-76E5-4E29-995D-107C1358B247}" dt="2026-02-26T00:51:00.258" v="514"/>
        <pc:sldMkLst>
          <pc:docMk/>
          <pc:sldMk cId="1161735830" sldId="267"/>
        </pc:sldMkLst>
        <pc:spChg chg="add mod">
          <ac:chgData name="Мария Томилина" userId="160ef5aefa40e305" providerId="LiveId" clId="{835B7C0D-76E5-4E29-995D-107C1358B247}" dt="2026-02-26T00:50:33.363" v="509"/>
          <ac:spMkLst>
            <pc:docMk/>
            <pc:sldMk cId="1161735830" sldId="267"/>
            <ac:spMk id="17" creationId="{BB2D735F-22DE-9130-10A8-060514D5DCDB}"/>
          </ac:spMkLst>
        </pc:spChg>
        <pc:spChg chg="add mod">
          <ac:chgData name="Мария Томилина" userId="160ef5aefa40e305" providerId="LiveId" clId="{835B7C0D-76E5-4E29-995D-107C1358B247}" dt="2026-02-26T00:50:54.348" v="513"/>
          <ac:spMkLst>
            <pc:docMk/>
            <pc:sldMk cId="1161735830" sldId="267"/>
            <ac:spMk id="18" creationId="{20178C74-E02A-5E55-84E5-148FC18C22EB}"/>
          </ac:spMkLst>
        </pc:spChg>
        <pc:spChg chg="add mod">
          <ac:chgData name="Мария Томилина" userId="160ef5aefa40e305" providerId="LiveId" clId="{835B7C0D-76E5-4E29-995D-107C1358B247}" dt="2026-02-26T00:51:00.258" v="514"/>
          <ac:spMkLst>
            <pc:docMk/>
            <pc:sldMk cId="1161735830" sldId="267"/>
            <ac:spMk id="19" creationId="{1A461066-C95F-0BF5-F4B3-FCBD27034880}"/>
          </ac:spMkLst>
        </pc:spChg>
        <pc:picChg chg="mod ord">
          <ac:chgData name="Мария Томилина" userId="160ef5aefa40e305" providerId="LiveId" clId="{835B7C0D-76E5-4E29-995D-107C1358B247}" dt="2026-02-26T00:50:47.993" v="512" actId="1076"/>
          <ac:picMkLst>
            <pc:docMk/>
            <pc:sldMk cId="1161735830" sldId="267"/>
            <ac:picMk id="16" creationId="{93FB2EF9-568F-2143-173B-0691B2B5F686}"/>
          </ac:picMkLst>
        </pc:picChg>
      </pc:sldChg>
      <pc:sldChg chg="addSp modSp mod">
        <pc:chgData name="Мария Томилина" userId="160ef5aefa40e305" providerId="LiveId" clId="{835B7C0D-76E5-4E29-995D-107C1358B247}" dt="2026-02-26T00:55:23.437" v="565"/>
        <pc:sldMkLst>
          <pc:docMk/>
          <pc:sldMk cId="1080857828" sldId="268"/>
        </pc:sldMkLst>
        <pc:spChg chg="add mod">
          <ac:chgData name="Мария Томилина" userId="160ef5aefa40e305" providerId="LiveId" clId="{835B7C0D-76E5-4E29-995D-107C1358B247}" dt="2026-02-26T00:51:42.620" v="515"/>
          <ac:spMkLst>
            <pc:docMk/>
            <pc:sldMk cId="1080857828" sldId="268"/>
            <ac:spMk id="14" creationId="{3AC7A8E5-2A7E-45DA-DA97-4BBA7781DAB8}"/>
          </ac:spMkLst>
        </pc:spChg>
        <pc:spChg chg="add mod">
          <ac:chgData name="Мария Томилина" userId="160ef5aefa40e305" providerId="LiveId" clId="{835B7C0D-76E5-4E29-995D-107C1358B247}" dt="2026-02-26T00:53:42.567" v="544" actId="1076"/>
          <ac:spMkLst>
            <pc:docMk/>
            <pc:sldMk cId="1080857828" sldId="268"/>
            <ac:spMk id="15" creationId="{8B26F1FC-24C9-17B9-E7FC-0DA57C0F4E86}"/>
          </ac:spMkLst>
        </pc:spChg>
        <pc:spChg chg="add mod">
          <ac:chgData name="Мария Томилина" userId="160ef5aefa40e305" providerId="LiveId" clId="{835B7C0D-76E5-4E29-995D-107C1358B247}" dt="2026-02-26T00:55:23.437" v="565"/>
          <ac:spMkLst>
            <pc:docMk/>
            <pc:sldMk cId="1080857828" sldId="268"/>
            <ac:spMk id="16" creationId="{83DFCF2D-6025-4113-C248-70FE9CA5E0D9}"/>
          </ac:spMkLst>
        </pc:spChg>
      </pc:sldChg>
      <pc:sldChg chg="addSp modSp">
        <pc:chgData name="Мария Томилина" userId="160ef5aefa40e305" providerId="LiveId" clId="{835B7C0D-76E5-4E29-995D-107C1358B247}" dt="2026-02-26T00:55:25.677" v="566"/>
        <pc:sldMkLst>
          <pc:docMk/>
          <pc:sldMk cId="1387275553" sldId="269"/>
        </pc:sldMkLst>
        <pc:spChg chg="add mod">
          <ac:chgData name="Мария Томилина" userId="160ef5aefa40e305" providerId="LiveId" clId="{835B7C0D-76E5-4E29-995D-107C1358B247}" dt="2026-02-26T00:51:45.294" v="516"/>
          <ac:spMkLst>
            <pc:docMk/>
            <pc:sldMk cId="1387275553" sldId="269"/>
            <ac:spMk id="19" creationId="{F6BB02F0-54AC-D13D-5DC6-A03BE9E2A0E0}"/>
          </ac:spMkLst>
        </pc:spChg>
        <pc:spChg chg="add mod">
          <ac:chgData name="Мария Томилина" userId="160ef5aefa40e305" providerId="LiveId" clId="{835B7C0D-76E5-4E29-995D-107C1358B247}" dt="2026-02-26T00:53:46.973" v="545"/>
          <ac:spMkLst>
            <pc:docMk/>
            <pc:sldMk cId="1387275553" sldId="269"/>
            <ac:spMk id="20" creationId="{4922AA76-DCA5-02D5-D994-9C7862F97B90}"/>
          </ac:spMkLst>
        </pc:spChg>
        <pc:spChg chg="add mod">
          <ac:chgData name="Мария Томилина" userId="160ef5aefa40e305" providerId="LiveId" clId="{835B7C0D-76E5-4E29-995D-107C1358B247}" dt="2026-02-26T00:55:25.677" v="566"/>
          <ac:spMkLst>
            <pc:docMk/>
            <pc:sldMk cId="1387275553" sldId="269"/>
            <ac:spMk id="21" creationId="{3C772943-06DD-5055-E435-BB0AECE8AD37}"/>
          </ac:spMkLst>
        </pc:spChg>
      </pc:sldChg>
      <pc:sldChg chg="addSp modSp">
        <pc:chgData name="Мария Томилина" userId="160ef5aefa40e305" providerId="LiveId" clId="{835B7C0D-76E5-4E29-995D-107C1358B247}" dt="2026-02-26T00:55:28.717" v="567"/>
        <pc:sldMkLst>
          <pc:docMk/>
          <pc:sldMk cId="1729250833" sldId="270"/>
        </pc:sldMkLst>
        <pc:spChg chg="add mod">
          <ac:chgData name="Мария Томилина" userId="160ef5aefa40e305" providerId="LiveId" clId="{835B7C0D-76E5-4E29-995D-107C1358B247}" dt="2026-02-26T00:51:47.416" v="517"/>
          <ac:spMkLst>
            <pc:docMk/>
            <pc:sldMk cId="1729250833" sldId="270"/>
            <ac:spMk id="15" creationId="{CB28667C-F0DE-8C82-291F-DD8FA4ECC5CD}"/>
          </ac:spMkLst>
        </pc:spChg>
        <pc:spChg chg="add mod">
          <ac:chgData name="Мария Томилина" userId="160ef5aefa40e305" providerId="LiveId" clId="{835B7C0D-76E5-4E29-995D-107C1358B247}" dt="2026-02-26T00:53:50.649" v="546"/>
          <ac:spMkLst>
            <pc:docMk/>
            <pc:sldMk cId="1729250833" sldId="270"/>
            <ac:spMk id="17" creationId="{26634ACC-72CC-71E7-D51E-76E2ABAFACF8}"/>
          </ac:spMkLst>
        </pc:spChg>
        <pc:spChg chg="add mod">
          <ac:chgData name="Мария Томилина" userId="160ef5aefa40e305" providerId="LiveId" clId="{835B7C0D-76E5-4E29-995D-107C1358B247}" dt="2026-02-26T00:55:28.717" v="567"/>
          <ac:spMkLst>
            <pc:docMk/>
            <pc:sldMk cId="1729250833" sldId="270"/>
            <ac:spMk id="19" creationId="{E6C2B130-C839-2805-9AA5-4EE8F93D4CE0}"/>
          </ac:spMkLst>
        </pc:spChg>
      </pc:sldChg>
      <pc:sldChg chg="addSp modSp mod">
        <pc:chgData name="Мария Томилина" userId="160ef5aefa40e305" providerId="LiveId" clId="{835B7C0D-76E5-4E29-995D-107C1358B247}" dt="2026-02-26T00:55:38.816" v="570" actId="14100"/>
        <pc:sldMkLst>
          <pc:docMk/>
          <pc:sldMk cId="1641407384" sldId="271"/>
        </pc:sldMkLst>
        <pc:spChg chg="add mod">
          <ac:chgData name="Мария Томилина" userId="160ef5aefa40e305" providerId="LiveId" clId="{835B7C0D-76E5-4E29-995D-107C1358B247}" dt="2026-02-26T00:52:24.548" v="526" actId="1076"/>
          <ac:spMkLst>
            <pc:docMk/>
            <pc:sldMk cId="1641407384" sldId="271"/>
            <ac:spMk id="17" creationId="{1E505E13-73C3-A56D-12EB-FD993D370F66}"/>
          </ac:spMkLst>
        </pc:spChg>
        <pc:spChg chg="add mod">
          <ac:chgData name="Мария Томилина" userId="160ef5aefa40e305" providerId="LiveId" clId="{835B7C0D-76E5-4E29-995D-107C1358B247}" dt="2026-02-26T00:52:32.092" v="528" actId="14100"/>
          <ac:spMkLst>
            <pc:docMk/>
            <pc:sldMk cId="1641407384" sldId="271"/>
            <ac:spMk id="18" creationId="{5B112D26-C7FC-34A8-ADD7-7833FC5E7BEF}"/>
          </ac:spMkLst>
        </pc:spChg>
        <pc:spChg chg="add mod">
          <ac:chgData name="Мария Томилина" userId="160ef5aefa40e305" providerId="LiveId" clId="{835B7C0D-76E5-4E29-995D-107C1358B247}" dt="2026-02-26T00:54:05.206" v="549" actId="14100"/>
          <ac:spMkLst>
            <pc:docMk/>
            <pc:sldMk cId="1641407384" sldId="271"/>
            <ac:spMk id="19" creationId="{4E1977FC-43E7-7445-5B2D-CEFDA9998309}"/>
          </ac:spMkLst>
        </pc:spChg>
        <pc:spChg chg="add mod">
          <ac:chgData name="Мария Томилина" userId="160ef5aefa40e305" providerId="LiveId" clId="{835B7C0D-76E5-4E29-995D-107C1358B247}" dt="2026-02-26T00:55:38.816" v="570" actId="14100"/>
          <ac:spMkLst>
            <pc:docMk/>
            <pc:sldMk cId="1641407384" sldId="271"/>
            <ac:spMk id="20" creationId="{F5454581-5D31-8488-C1D8-F06A4FF1A0C1}"/>
          </ac:spMkLst>
        </pc:spChg>
      </pc:sldChg>
      <pc:sldChg chg="addSp modSp mod">
        <pc:chgData name="Мария Томилина" userId="160ef5aefa40e305" providerId="LiveId" clId="{835B7C0D-76E5-4E29-995D-107C1358B247}" dt="2026-02-26T00:55:32.074" v="568"/>
        <pc:sldMkLst>
          <pc:docMk/>
          <pc:sldMk cId="514909186" sldId="272"/>
        </pc:sldMkLst>
        <pc:spChg chg="add mod">
          <ac:chgData name="Мария Томилина" userId="160ef5aefa40e305" providerId="LiveId" clId="{835B7C0D-76E5-4E29-995D-107C1358B247}" dt="2026-02-26T00:51:49.329" v="518"/>
          <ac:spMkLst>
            <pc:docMk/>
            <pc:sldMk cId="514909186" sldId="272"/>
            <ac:spMk id="21" creationId="{220D1F6E-C107-6D9E-016E-34D32499B034}"/>
          </ac:spMkLst>
        </pc:spChg>
        <pc:spChg chg="add mod">
          <ac:chgData name="Мария Томилина" userId="160ef5aefa40e305" providerId="LiveId" clId="{835B7C0D-76E5-4E29-995D-107C1358B247}" dt="2026-02-26T00:53:53.409" v="547"/>
          <ac:spMkLst>
            <pc:docMk/>
            <pc:sldMk cId="514909186" sldId="272"/>
            <ac:spMk id="22" creationId="{D50C6001-FA73-947C-8C5A-CC47752B743C}"/>
          </ac:spMkLst>
        </pc:spChg>
        <pc:spChg chg="add mod">
          <ac:chgData name="Мария Томилина" userId="160ef5aefa40e305" providerId="LiveId" clId="{835B7C0D-76E5-4E29-995D-107C1358B247}" dt="2026-02-26T00:55:32.074" v="568"/>
          <ac:spMkLst>
            <pc:docMk/>
            <pc:sldMk cId="514909186" sldId="272"/>
            <ac:spMk id="23" creationId="{BDBA13CD-D705-B2BF-6B66-3B3F4C80E744}"/>
          </ac:spMkLst>
        </pc:spChg>
        <pc:picChg chg="mod ord">
          <ac:chgData name="Мария Томилина" userId="160ef5aefa40e305" providerId="LiveId" clId="{835B7C0D-76E5-4E29-995D-107C1358B247}" dt="2026-02-26T00:52:06.972" v="523" actId="14100"/>
          <ac:picMkLst>
            <pc:docMk/>
            <pc:sldMk cId="514909186" sldId="272"/>
            <ac:picMk id="20" creationId="{B9CE5B0B-EE4B-7624-2F5D-E3E9841CFA92}"/>
          </ac:picMkLst>
        </pc:picChg>
      </pc:sldChg>
      <pc:sldChg chg="addSp modSp mod">
        <pc:chgData name="Мария Томилина" userId="160ef5aefa40e305" providerId="LiveId" clId="{835B7C0D-76E5-4E29-995D-107C1358B247}" dt="2026-02-26T01:12:24.284" v="956" actId="1076"/>
        <pc:sldMkLst>
          <pc:docMk/>
          <pc:sldMk cId="1772332055" sldId="273"/>
        </pc:sldMkLst>
        <pc:spChg chg="mod">
          <ac:chgData name="Мария Томилина" userId="160ef5aefa40e305" providerId="LiveId" clId="{835B7C0D-76E5-4E29-995D-107C1358B247}" dt="2026-02-26T01:12:24.284" v="956" actId="1076"/>
          <ac:spMkLst>
            <pc:docMk/>
            <pc:sldMk cId="1772332055" sldId="273"/>
            <ac:spMk id="8" creationId="{33C4ED7A-F538-E86C-0F89-81FB96B38EC0}"/>
          </ac:spMkLst>
        </pc:spChg>
        <pc:spChg chg="mod">
          <ac:chgData name="Мария Томилина" userId="160ef5aefa40e305" providerId="LiveId" clId="{835B7C0D-76E5-4E29-995D-107C1358B247}" dt="2026-02-26T01:12:12.497" v="955" actId="1076"/>
          <ac:spMkLst>
            <pc:docMk/>
            <pc:sldMk cId="1772332055" sldId="273"/>
            <ac:spMk id="9" creationId="{7A880872-3192-573A-54AE-58662CB056E0}"/>
          </ac:spMkLst>
        </pc:spChg>
        <pc:spChg chg="add mod">
          <ac:chgData name="Мария Томилина" userId="160ef5aefa40e305" providerId="LiveId" clId="{835B7C0D-76E5-4E29-995D-107C1358B247}" dt="2026-02-26T00:52:38.231" v="530" actId="1038"/>
          <ac:spMkLst>
            <pc:docMk/>
            <pc:sldMk cId="1772332055" sldId="273"/>
            <ac:spMk id="10" creationId="{7DD28499-7B91-FA28-2B4E-8B68A712EE23}"/>
          </ac:spMkLst>
        </pc:spChg>
        <pc:spChg chg="add mod">
          <ac:chgData name="Мария Томилина" userId="160ef5aefa40e305" providerId="LiveId" clId="{835B7C0D-76E5-4E29-995D-107C1358B247}" dt="2026-02-26T00:54:09.021" v="550"/>
          <ac:spMkLst>
            <pc:docMk/>
            <pc:sldMk cId="1772332055" sldId="273"/>
            <ac:spMk id="11" creationId="{DC39309E-1779-423B-B7BE-A11C03220BD3}"/>
          </ac:spMkLst>
        </pc:spChg>
        <pc:spChg chg="add mod ord">
          <ac:chgData name="Мария Томилина" userId="160ef5aefa40e305" providerId="LiveId" clId="{835B7C0D-76E5-4E29-995D-107C1358B247}" dt="2026-02-26T00:55:49.240" v="572" actId="167"/>
          <ac:spMkLst>
            <pc:docMk/>
            <pc:sldMk cId="1772332055" sldId="273"/>
            <ac:spMk id="12" creationId="{7B5B8801-C7B0-E8C4-3378-38A24E31CAD9}"/>
          </ac:spMkLst>
        </pc:spChg>
      </pc:sldChg>
      <pc:sldChg chg="addSp modSp mod">
        <pc:chgData name="Мария Томилина" userId="160ef5aefa40e305" providerId="LiveId" clId="{835B7C0D-76E5-4E29-995D-107C1358B247}" dt="2026-02-26T00:55:52.473" v="573"/>
        <pc:sldMkLst>
          <pc:docMk/>
          <pc:sldMk cId="3201320991" sldId="274"/>
        </pc:sldMkLst>
        <pc:spChg chg="mod">
          <ac:chgData name="Мария Томилина" userId="160ef5aefa40e305" providerId="LiveId" clId="{835B7C0D-76E5-4E29-995D-107C1358B247}" dt="2026-02-25T22:35:16.656" v="98" actId="1076"/>
          <ac:spMkLst>
            <pc:docMk/>
            <pc:sldMk cId="3201320991" sldId="274"/>
            <ac:spMk id="6" creationId="{CF7CDC31-D2FA-52E1-A4B7-A9DFE4542DDB}"/>
          </ac:spMkLst>
        </pc:spChg>
        <pc:spChg chg="mod">
          <ac:chgData name="Мария Томилина" userId="160ef5aefa40e305" providerId="LiveId" clId="{835B7C0D-76E5-4E29-995D-107C1358B247}" dt="2026-02-25T22:35:09.410" v="95" actId="1076"/>
          <ac:spMkLst>
            <pc:docMk/>
            <pc:sldMk cId="3201320991" sldId="274"/>
            <ac:spMk id="8" creationId="{8EBEC994-0B64-5799-09D8-267C0B714341}"/>
          </ac:spMkLst>
        </pc:spChg>
        <pc:spChg chg="mod">
          <ac:chgData name="Мария Томилина" userId="160ef5aefa40e305" providerId="LiveId" clId="{835B7C0D-76E5-4E29-995D-107C1358B247}" dt="2026-02-25T22:35:20.037" v="99" actId="14100"/>
          <ac:spMkLst>
            <pc:docMk/>
            <pc:sldMk cId="3201320991" sldId="274"/>
            <ac:spMk id="10" creationId="{5F882749-4BBE-5612-522D-7D17C8263339}"/>
          </ac:spMkLst>
        </pc:spChg>
        <pc:spChg chg="add mod">
          <ac:chgData name="Мария Томилина" userId="160ef5aefa40e305" providerId="LiveId" clId="{835B7C0D-76E5-4E29-995D-107C1358B247}" dt="2026-02-26T00:52:41.234" v="531"/>
          <ac:spMkLst>
            <pc:docMk/>
            <pc:sldMk cId="3201320991" sldId="274"/>
            <ac:spMk id="11" creationId="{50981CFA-1EAE-D284-9E77-0D6B72CC729E}"/>
          </ac:spMkLst>
        </pc:spChg>
        <pc:spChg chg="add mod">
          <ac:chgData name="Мария Томилина" userId="160ef5aefa40e305" providerId="LiveId" clId="{835B7C0D-76E5-4E29-995D-107C1358B247}" dt="2026-02-26T00:54:12.280" v="551"/>
          <ac:spMkLst>
            <pc:docMk/>
            <pc:sldMk cId="3201320991" sldId="274"/>
            <ac:spMk id="12" creationId="{AC2ACAC4-1764-0A31-CB74-84CC5D238C4D}"/>
          </ac:spMkLst>
        </pc:spChg>
        <pc:spChg chg="add mod">
          <ac:chgData name="Мария Томилина" userId="160ef5aefa40e305" providerId="LiveId" clId="{835B7C0D-76E5-4E29-995D-107C1358B247}" dt="2026-02-26T00:55:52.473" v="573"/>
          <ac:spMkLst>
            <pc:docMk/>
            <pc:sldMk cId="3201320991" sldId="274"/>
            <ac:spMk id="13" creationId="{0E28B855-CB56-085C-62E6-B6E7DF9FDE48}"/>
          </ac:spMkLst>
        </pc:spChg>
      </pc:sldChg>
      <pc:sldChg chg="addSp modSp mod">
        <pc:chgData name="Мария Томилина" userId="160ef5aefa40e305" providerId="LiveId" clId="{835B7C0D-76E5-4E29-995D-107C1358B247}" dt="2026-02-26T01:09:59.739" v="949"/>
        <pc:sldMkLst>
          <pc:docMk/>
          <pc:sldMk cId="1798002745" sldId="275"/>
        </pc:sldMkLst>
        <pc:spChg chg="add mod">
          <ac:chgData name="Мария Томилина" userId="160ef5aefa40e305" providerId="LiveId" clId="{835B7C0D-76E5-4E29-995D-107C1358B247}" dt="2026-02-26T01:07:02.102" v="884" actId="20577"/>
          <ac:spMkLst>
            <pc:docMk/>
            <pc:sldMk cId="1798002745" sldId="275"/>
            <ac:spMk id="7" creationId="{C9B41308-D8A7-EB8A-1D61-6AAB34E56170}"/>
          </ac:spMkLst>
        </pc:spChg>
        <pc:spChg chg="add mod">
          <ac:chgData name="Мария Томилина" userId="160ef5aefa40e305" providerId="LiveId" clId="{835B7C0D-76E5-4E29-995D-107C1358B247}" dt="2026-02-26T01:09:59.739" v="949"/>
          <ac:spMkLst>
            <pc:docMk/>
            <pc:sldMk cId="1798002745" sldId="275"/>
            <ac:spMk id="8" creationId="{FE8C37C0-1F35-395B-9EF1-6FCBC851AEE2}"/>
          </ac:spMkLst>
        </pc:spChg>
      </pc:sldChg>
      <pc:sldChg chg="addSp modSp mod">
        <pc:chgData name="Мария Томилина" userId="160ef5aefa40e305" providerId="LiveId" clId="{835B7C0D-76E5-4E29-995D-107C1358B247}" dt="2026-02-26T00:55:58.585" v="575"/>
        <pc:sldMkLst>
          <pc:docMk/>
          <pc:sldMk cId="2163944295" sldId="276"/>
        </pc:sldMkLst>
        <pc:spChg chg="mod">
          <ac:chgData name="Мария Томилина" userId="160ef5aefa40e305" providerId="LiveId" clId="{835B7C0D-76E5-4E29-995D-107C1358B247}" dt="2026-02-25T22:36:58.460" v="114"/>
          <ac:spMkLst>
            <pc:docMk/>
            <pc:sldMk cId="2163944295" sldId="276"/>
            <ac:spMk id="3" creationId="{0D1BEDC5-2306-A783-94E9-4626FCFB22EA}"/>
          </ac:spMkLst>
        </pc:spChg>
        <pc:spChg chg="add mod">
          <ac:chgData name="Мария Томилина" userId="160ef5aefa40e305" providerId="LiveId" clId="{835B7C0D-76E5-4E29-995D-107C1358B247}" dt="2026-02-25T22:36:22.655" v="105" actId="20577"/>
          <ac:spMkLst>
            <pc:docMk/>
            <pc:sldMk cId="2163944295" sldId="276"/>
            <ac:spMk id="4" creationId="{A8AD09F1-35F1-02C6-7C2C-F5452039CD1A}"/>
          </ac:spMkLst>
        </pc:spChg>
        <pc:spChg chg="add mod">
          <ac:chgData name="Мария Томилина" userId="160ef5aefa40e305" providerId="LiveId" clId="{835B7C0D-76E5-4E29-995D-107C1358B247}" dt="2026-02-25T22:38:25.077" v="122" actId="1076"/>
          <ac:spMkLst>
            <pc:docMk/>
            <pc:sldMk cId="2163944295" sldId="276"/>
            <ac:spMk id="6" creationId="{FA4D97A1-4C66-32DF-7260-47CA145C6839}"/>
          </ac:spMkLst>
        </pc:spChg>
        <pc:spChg chg="add mod">
          <ac:chgData name="Мария Томилина" userId="160ef5aefa40e305" providerId="LiveId" clId="{835B7C0D-76E5-4E29-995D-107C1358B247}" dt="2026-02-25T23:45:55.247" v="135" actId="207"/>
          <ac:spMkLst>
            <pc:docMk/>
            <pc:sldMk cId="2163944295" sldId="276"/>
            <ac:spMk id="8" creationId="{9B0AC0D0-2791-1C28-BAA9-6E9708AC6FEC}"/>
          </ac:spMkLst>
        </pc:spChg>
        <pc:spChg chg="add mod">
          <ac:chgData name="Мария Томилина" userId="160ef5aefa40e305" providerId="LiveId" clId="{835B7C0D-76E5-4E29-995D-107C1358B247}" dt="2026-02-26T00:52:53.059" v="533"/>
          <ac:spMkLst>
            <pc:docMk/>
            <pc:sldMk cId="2163944295" sldId="276"/>
            <ac:spMk id="11" creationId="{15087E1C-7924-BC7B-42D0-2DA36ACEF581}"/>
          </ac:spMkLst>
        </pc:spChg>
        <pc:spChg chg="add mod">
          <ac:chgData name="Мария Томилина" userId="160ef5aefa40e305" providerId="LiveId" clId="{835B7C0D-76E5-4E29-995D-107C1358B247}" dt="2026-02-26T00:54:25.323" v="553"/>
          <ac:spMkLst>
            <pc:docMk/>
            <pc:sldMk cId="2163944295" sldId="276"/>
            <ac:spMk id="12" creationId="{DEBEF3D4-65CB-4936-E85F-AF862CF9C779}"/>
          </ac:spMkLst>
        </pc:spChg>
        <pc:spChg chg="add mod">
          <ac:chgData name="Мария Томилина" userId="160ef5aefa40e305" providerId="LiveId" clId="{835B7C0D-76E5-4E29-995D-107C1358B247}" dt="2026-02-26T00:55:58.585" v="575"/>
          <ac:spMkLst>
            <pc:docMk/>
            <pc:sldMk cId="2163944295" sldId="276"/>
            <ac:spMk id="13" creationId="{1742FCB2-F18C-FD16-99C2-75CD142B70D4}"/>
          </ac:spMkLst>
        </pc:spChg>
        <pc:picChg chg="add mod">
          <ac:chgData name="Мария Томилина" userId="160ef5aefa40e305" providerId="LiveId" clId="{835B7C0D-76E5-4E29-995D-107C1358B247}" dt="2026-02-25T23:43:00.104" v="130" actId="1076"/>
          <ac:picMkLst>
            <pc:docMk/>
            <pc:sldMk cId="2163944295" sldId="276"/>
            <ac:picMk id="10" creationId="{1859E554-38CB-1DB2-58DC-1A15ABEF19C0}"/>
          </ac:picMkLst>
        </pc:picChg>
      </pc:sldChg>
      <pc:sldChg chg="del">
        <pc:chgData name="Мария Томилина" userId="160ef5aefa40e305" providerId="LiveId" clId="{835B7C0D-76E5-4E29-995D-107C1358B247}" dt="2026-02-26T00:36:13.682" v="435" actId="47"/>
        <pc:sldMkLst>
          <pc:docMk/>
          <pc:sldMk cId="3068468216" sldId="277"/>
        </pc:sldMkLst>
      </pc:sldChg>
      <pc:sldChg chg="addSp modSp mod">
        <pc:chgData name="Мария Томилина" userId="160ef5aefa40e305" providerId="LiveId" clId="{835B7C0D-76E5-4E29-995D-107C1358B247}" dt="2026-02-26T00:56:21.847" v="583"/>
        <pc:sldMkLst>
          <pc:docMk/>
          <pc:sldMk cId="74912991" sldId="278"/>
        </pc:sldMkLst>
        <pc:spChg chg="add mod">
          <ac:chgData name="Мария Томилина" userId="160ef5aefa40e305" providerId="LiveId" clId="{835B7C0D-76E5-4E29-995D-107C1358B247}" dt="2026-02-26T00:43:52.786" v="466" actId="1076"/>
          <ac:spMkLst>
            <pc:docMk/>
            <pc:sldMk cId="74912991" sldId="278"/>
            <ac:spMk id="5" creationId="{D75D6EF0-183F-F50D-2DD0-1C164E105F1F}"/>
          </ac:spMkLst>
        </pc:spChg>
        <pc:spChg chg="add mod">
          <ac:chgData name="Мария Томилина" userId="160ef5aefa40e305" providerId="LiveId" clId="{835B7C0D-76E5-4E29-995D-107C1358B247}" dt="2026-02-26T00:44:05.367" v="471" actId="20577"/>
          <ac:spMkLst>
            <pc:docMk/>
            <pc:sldMk cId="74912991" sldId="278"/>
            <ac:spMk id="6" creationId="{252FFFC9-6E19-097E-D07B-53C04094DDE5}"/>
          </ac:spMkLst>
        </pc:spChg>
        <pc:spChg chg="add mod">
          <ac:chgData name="Мария Томилина" userId="160ef5aefa40e305" providerId="LiveId" clId="{835B7C0D-76E5-4E29-995D-107C1358B247}" dt="2026-02-26T00:53:17.634" v="542"/>
          <ac:spMkLst>
            <pc:docMk/>
            <pc:sldMk cId="74912991" sldId="278"/>
            <ac:spMk id="7" creationId="{A8FD3C14-DA89-DE84-2CA9-9B6DC3F92C7C}"/>
          </ac:spMkLst>
        </pc:spChg>
        <pc:spChg chg="add mod">
          <ac:chgData name="Мария Томилина" userId="160ef5aefa40e305" providerId="LiveId" clId="{835B7C0D-76E5-4E29-995D-107C1358B247}" dt="2026-02-26T00:54:46.268" v="560"/>
          <ac:spMkLst>
            <pc:docMk/>
            <pc:sldMk cId="74912991" sldId="278"/>
            <ac:spMk id="8" creationId="{5D58D858-7522-91E8-9D22-E7C331ABAB4D}"/>
          </ac:spMkLst>
        </pc:spChg>
        <pc:spChg chg="add mod">
          <ac:chgData name="Мария Томилина" userId="160ef5aefa40e305" providerId="LiveId" clId="{835B7C0D-76E5-4E29-995D-107C1358B247}" dt="2026-02-26T00:56:21.847" v="583"/>
          <ac:spMkLst>
            <pc:docMk/>
            <pc:sldMk cId="74912991" sldId="278"/>
            <ac:spMk id="9" creationId="{98947329-D4BC-E224-B3D9-DCAF5C30EE45}"/>
          </ac:spMkLst>
        </pc:spChg>
      </pc:sldChg>
      <pc:sldChg chg="addSp delSp modSp add mod">
        <pc:chgData name="Мария Томилина" userId="160ef5aefa40e305" providerId="LiveId" clId="{835B7C0D-76E5-4E29-995D-107C1358B247}" dt="2026-02-26T00:56:01.975" v="576"/>
        <pc:sldMkLst>
          <pc:docMk/>
          <pc:sldMk cId="411063215" sldId="279"/>
        </pc:sldMkLst>
        <pc:spChg chg="mod">
          <ac:chgData name="Мария Томилина" userId="160ef5aefa40e305" providerId="LiveId" clId="{835B7C0D-76E5-4E29-995D-107C1358B247}" dt="2026-02-25T23:52:02.067" v="194" actId="1076"/>
          <ac:spMkLst>
            <pc:docMk/>
            <pc:sldMk cId="411063215" sldId="279"/>
            <ac:spMk id="3" creationId="{E8DE8966-EBE0-AF87-D495-AAB886984FA4}"/>
          </ac:spMkLst>
        </pc:spChg>
        <pc:spChg chg="mod">
          <ac:chgData name="Мария Томилина" userId="160ef5aefa40e305" providerId="LiveId" clId="{835B7C0D-76E5-4E29-995D-107C1358B247}" dt="2026-02-25T23:53:03.213" v="205" actId="20577"/>
          <ac:spMkLst>
            <pc:docMk/>
            <pc:sldMk cId="411063215" sldId="279"/>
            <ac:spMk id="4" creationId="{1E726A73-5207-1BEF-752C-0B6AAEB44E84}"/>
          </ac:spMkLst>
        </pc:spChg>
        <pc:spChg chg="del">
          <ac:chgData name="Мария Томилина" userId="160ef5aefa40e305" providerId="LiveId" clId="{835B7C0D-76E5-4E29-995D-107C1358B247}" dt="2026-02-25T23:46:13.507" v="139" actId="478"/>
          <ac:spMkLst>
            <pc:docMk/>
            <pc:sldMk cId="411063215" sldId="279"/>
            <ac:spMk id="6" creationId="{C8E7B88E-CBFC-005C-4A04-A1CCE0686312}"/>
          </ac:spMkLst>
        </pc:spChg>
        <pc:spChg chg="add del mod">
          <ac:chgData name="Мария Томилина" userId="160ef5aefa40e305" providerId="LiveId" clId="{835B7C0D-76E5-4E29-995D-107C1358B247}" dt="2026-02-25T23:48:34.107" v="145" actId="22"/>
          <ac:spMkLst>
            <pc:docMk/>
            <pc:sldMk cId="411063215" sldId="279"/>
            <ac:spMk id="7" creationId="{8ED514D4-809A-5429-9ADF-C07D225C7BF9}"/>
          </ac:spMkLst>
        </pc:spChg>
        <pc:spChg chg="del">
          <ac:chgData name="Мария Томилина" userId="160ef5aefa40e305" providerId="LiveId" clId="{835B7C0D-76E5-4E29-995D-107C1358B247}" dt="2026-02-25T23:46:11.368" v="138" actId="478"/>
          <ac:spMkLst>
            <pc:docMk/>
            <pc:sldMk cId="411063215" sldId="279"/>
            <ac:spMk id="8" creationId="{8859BFAC-BEBE-178B-7B0E-EA0B28571142}"/>
          </ac:spMkLst>
        </pc:spChg>
        <pc:spChg chg="add mod">
          <ac:chgData name="Мария Томилина" userId="160ef5aefa40e305" providerId="LiveId" clId="{835B7C0D-76E5-4E29-995D-107C1358B247}" dt="2026-02-25T23:49:01.364" v="149" actId="113"/>
          <ac:spMkLst>
            <pc:docMk/>
            <pc:sldMk cId="411063215" sldId="279"/>
            <ac:spMk id="11" creationId="{E377DD3C-8C2F-3EDD-165A-93EAC5EB68C6}"/>
          </ac:spMkLst>
        </pc:spChg>
        <pc:spChg chg="add mod">
          <ac:chgData name="Мария Томилина" userId="160ef5aefa40e305" providerId="LiveId" clId="{835B7C0D-76E5-4E29-995D-107C1358B247}" dt="2026-02-25T23:51:06.889" v="175" actId="20577"/>
          <ac:spMkLst>
            <pc:docMk/>
            <pc:sldMk cId="411063215" sldId="279"/>
            <ac:spMk id="13" creationId="{BEDEAAA5-9BF5-69FD-1AC0-BE369F1D9903}"/>
          </ac:spMkLst>
        </pc:spChg>
        <pc:spChg chg="add mod">
          <ac:chgData name="Мария Томилина" userId="160ef5aefa40e305" providerId="LiveId" clId="{835B7C0D-76E5-4E29-995D-107C1358B247}" dt="2026-02-25T23:52:33.169" v="202" actId="20577"/>
          <ac:spMkLst>
            <pc:docMk/>
            <pc:sldMk cId="411063215" sldId="279"/>
            <ac:spMk id="15" creationId="{C3BF408E-074A-278B-BB48-F68E10AE26C0}"/>
          </ac:spMkLst>
        </pc:spChg>
        <pc:spChg chg="add mod">
          <ac:chgData name="Мария Томилина" userId="160ef5aefa40e305" providerId="LiveId" clId="{835B7C0D-76E5-4E29-995D-107C1358B247}" dt="2026-02-26T00:52:56.593" v="535" actId="1038"/>
          <ac:spMkLst>
            <pc:docMk/>
            <pc:sldMk cId="411063215" sldId="279"/>
            <ac:spMk id="16" creationId="{8C1CB02F-4012-5341-60D4-1B9A6FEBFCDD}"/>
          </ac:spMkLst>
        </pc:spChg>
        <pc:spChg chg="add mod">
          <ac:chgData name="Мария Томилина" userId="160ef5aefa40e305" providerId="LiveId" clId="{835B7C0D-76E5-4E29-995D-107C1358B247}" dt="2026-02-26T00:54:28.234" v="554"/>
          <ac:spMkLst>
            <pc:docMk/>
            <pc:sldMk cId="411063215" sldId="279"/>
            <ac:spMk id="17" creationId="{5F9016F7-D88E-8045-1343-C741C1597A7E}"/>
          </ac:spMkLst>
        </pc:spChg>
        <pc:spChg chg="add mod">
          <ac:chgData name="Мария Томилина" userId="160ef5aefa40e305" providerId="LiveId" clId="{835B7C0D-76E5-4E29-995D-107C1358B247}" dt="2026-02-26T00:56:01.975" v="576"/>
          <ac:spMkLst>
            <pc:docMk/>
            <pc:sldMk cId="411063215" sldId="279"/>
            <ac:spMk id="18" creationId="{17EADCF0-9421-BF6E-990E-371F706C387A}"/>
          </ac:spMkLst>
        </pc:spChg>
        <pc:picChg chg="del">
          <ac:chgData name="Мария Томилина" userId="160ef5aefa40e305" providerId="LiveId" clId="{835B7C0D-76E5-4E29-995D-107C1358B247}" dt="2026-02-25T23:46:09.948" v="137" actId="478"/>
          <ac:picMkLst>
            <pc:docMk/>
            <pc:sldMk cId="411063215" sldId="279"/>
            <ac:picMk id="10" creationId="{C4F9A261-94CA-D344-7395-C5FDE38FB025}"/>
          </ac:picMkLst>
        </pc:picChg>
      </pc:sldChg>
      <pc:sldChg chg="addSp delSp modSp add mod">
        <pc:chgData name="Мария Томилина" userId="160ef5aefa40e305" providerId="LiveId" clId="{835B7C0D-76E5-4E29-995D-107C1358B247}" dt="2026-02-26T00:56:04.224" v="577"/>
        <pc:sldMkLst>
          <pc:docMk/>
          <pc:sldMk cId="3057709176" sldId="280"/>
        </pc:sldMkLst>
        <pc:spChg chg="mod">
          <ac:chgData name="Мария Томилина" userId="160ef5aefa40e305" providerId="LiveId" clId="{835B7C0D-76E5-4E29-995D-107C1358B247}" dt="2026-02-25T23:53:10.560" v="207" actId="20577"/>
          <ac:spMkLst>
            <pc:docMk/>
            <pc:sldMk cId="3057709176" sldId="280"/>
            <ac:spMk id="4" creationId="{C3507E94-089C-DA52-9D53-D13E5183E48A}"/>
          </ac:spMkLst>
        </pc:spChg>
        <pc:spChg chg="add mod">
          <ac:chgData name="Мария Томилина" userId="160ef5aefa40e305" providerId="LiveId" clId="{835B7C0D-76E5-4E29-995D-107C1358B247}" dt="2026-02-25T23:54:16.055" v="235" actId="14100"/>
          <ac:spMkLst>
            <pc:docMk/>
            <pc:sldMk cId="3057709176" sldId="280"/>
            <ac:spMk id="6" creationId="{3390B5CC-7EFF-50B1-7AE7-61C40B831579}"/>
          </ac:spMkLst>
        </pc:spChg>
        <pc:spChg chg="add mod">
          <ac:chgData name="Мария Томилина" userId="160ef5aefa40e305" providerId="LiveId" clId="{835B7C0D-76E5-4E29-995D-107C1358B247}" dt="2026-02-25T23:54:42.019" v="237" actId="20577"/>
          <ac:spMkLst>
            <pc:docMk/>
            <pc:sldMk cId="3057709176" sldId="280"/>
            <ac:spMk id="8" creationId="{FFEF927E-490D-9415-0650-980073118734}"/>
          </ac:spMkLst>
        </pc:spChg>
        <pc:spChg chg="add mod">
          <ac:chgData name="Мария Томилина" userId="160ef5aefa40e305" providerId="LiveId" clId="{835B7C0D-76E5-4E29-995D-107C1358B247}" dt="2026-02-26T00:52:59.608" v="536"/>
          <ac:spMkLst>
            <pc:docMk/>
            <pc:sldMk cId="3057709176" sldId="280"/>
            <ac:spMk id="9" creationId="{FA08EBBD-35DB-5EA7-0A23-EFC22D936913}"/>
          </ac:spMkLst>
        </pc:spChg>
        <pc:spChg chg="add mod">
          <ac:chgData name="Мария Томилина" userId="160ef5aefa40e305" providerId="LiveId" clId="{835B7C0D-76E5-4E29-995D-107C1358B247}" dt="2026-02-26T00:54:32.090" v="555"/>
          <ac:spMkLst>
            <pc:docMk/>
            <pc:sldMk cId="3057709176" sldId="280"/>
            <ac:spMk id="10" creationId="{838867B5-1706-C022-A7AA-0207EFC68B42}"/>
          </ac:spMkLst>
        </pc:spChg>
        <pc:spChg chg="add mod">
          <ac:chgData name="Мария Томилина" userId="160ef5aefa40e305" providerId="LiveId" clId="{835B7C0D-76E5-4E29-995D-107C1358B247}" dt="2026-02-26T00:56:04.224" v="577"/>
          <ac:spMkLst>
            <pc:docMk/>
            <pc:sldMk cId="3057709176" sldId="280"/>
            <ac:spMk id="12" creationId="{172CA31C-13A8-1F05-47EE-3855DED64851}"/>
          </ac:spMkLst>
        </pc:spChg>
        <pc:spChg chg="del">
          <ac:chgData name="Мария Томилина" userId="160ef5aefa40e305" providerId="LiveId" clId="{835B7C0D-76E5-4E29-995D-107C1358B247}" dt="2026-02-25T23:53:17.641" v="209" actId="478"/>
          <ac:spMkLst>
            <pc:docMk/>
            <pc:sldMk cId="3057709176" sldId="280"/>
            <ac:spMk id="13" creationId="{9CA99C5C-8385-CD3E-D3D4-884695E19BAF}"/>
          </ac:spMkLst>
        </pc:spChg>
        <pc:spChg chg="del">
          <ac:chgData name="Мария Томилина" userId="160ef5aefa40e305" providerId="LiveId" clId="{835B7C0D-76E5-4E29-995D-107C1358B247}" dt="2026-02-25T23:53:15.839" v="208" actId="478"/>
          <ac:spMkLst>
            <pc:docMk/>
            <pc:sldMk cId="3057709176" sldId="280"/>
            <ac:spMk id="15" creationId="{45FB17FA-CD78-BF01-AACD-8B3AA3227439}"/>
          </ac:spMkLst>
        </pc:spChg>
      </pc:sldChg>
      <pc:sldChg chg="addSp delSp modSp add mod">
        <pc:chgData name="Мария Томилина" userId="160ef5aefa40e305" providerId="LiveId" clId="{835B7C0D-76E5-4E29-995D-107C1358B247}" dt="2026-02-26T00:56:06.486" v="578"/>
        <pc:sldMkLst>
          <pc:docMk/>
          <pc:sldMk cId="1638100194" sldId="281"/>
        </pc:sldMkLst>
        <pc:spChg chg="mod">
          <ac:chgData name="Мария Томилина" userId="160ef5aefa40e305" providerId="LiveId" clId="{835B7C0D-76E5-4E29-995D-107C1358B247}" dt="2026-02-26T00:11:01.496" v="269" actId="20577"/>
          <ac:spMkLst>
            <pc:docMk/>
            <pc:sldMk cId="1638100194" sldId="281"/>
            <ac:spMk id="4" creationId="{D836EE73-9A29-C9BB-F2A0-63E6ACCCA786}"/>
          </ac:spMkLst>
        </pc:spChg>
        <pc:spChg chg="del">
          <ac:chgData name="Мария Томилина" userId="160ef5aefa40e305" providerId="LiveId" clId="{835B7C0D-76E5-4E29-995D-107C1358B247}" dt="2026-02-26T00:09:23.851" v="239" actId="478"/>
          <ac:spMkLst>
            <pc:docMk/>
            <pc:sldMk cId="1638100194" sldId="281"/>
            <ac:spMk id="6" creationId="{D354ABC9-A6C4-23B5-BF9C-A61AC75A1780}"/>
          </ac:spMkLst>
        </pc:spChg>
        <pc:spChg chg="add mod">
          <ac:chgData name="Мария Томилина" userId="160ef5aefa40e305" providerId="LiveId" clId="{835B7C0D-76E5-4E29-995D-107C1358B247}" dt="2026-02-26T00:10:21.797" v="264" actId="14100"/>
          <ac:spMkLst>
            <pc:docMk/>
            <pc:sldMk cId="1638100194" sldId="281"/>
            <ac:spMk id="7" creationId="{485A42B7-65B8-1209-9AFF-2E1D4D57B484}"/>
          </ac:spMkLst>
        </pc:spChg>
        <pc:spChg chg="del">
          <ac:chgData name="Мария Томилина" userId="160ef5aefa40e305" providerId="LiveId" clId="{835B7C0D-76E5-4E29-995D-107C1358B247}" dt="2026-02-26T00:09:25.757" v="240" actId="478"/>
          <ac:spMkLst>
            <pc:docMk/>
            <pc:sldMk cId="1638100194" sldId="281"/>
            <ac:spMk id="8" creationId="{50007835-5AC1-FC96-3214-2B5366A24A7D}"/>
          </ac:spMkLst>
        </pc:spChg>
        <pc:spChg chg="add mod">
          <ac:chgData name="Мария Томилина" userId="160ef5aefa40e305" providerId="LiveId" clId="{835B7C0D-76E5-4E29-995D-107C1358B247}" dt="2026-02-26T00:25:33.236" v="315" actId="1076"/>
          <ac:spMkLst>
            <pc:docMk/>
            <pc:sldMk cId="1638100194" sldId="281"/>
            <ac:spMk id="10" creationId="{0995E8E2-CB69-C790-6039-425118B9BA1B}"/>
          </ac:spMkLst>
        </pc:spChg>
        <pc:spChg chg="del">
          <ac:chgData name="Мария Томилина" userId="160ef5aefa40e305" providerId="LiveId" clId="{835B7C0D-76E5-4E29-995D-107C1358B247}" dt="2026-02-26T00:09:27.245" v="241" actId="478"/>
          <ac:spMkLst>
            <pc:docMk/>
            <pc:sldMk cId="1638100194" sldId="281"/>
            <ac:spMk id="11" creationId="{18B6CB1B-2E69-C829-5328-8857D36B04BD}"/>
          </ac:spMkLst>
        </pc:spChg>
        <pc:spChg chg="add del mod">
          <ac:chgData name="Мария Томилина" userId="160ef5aefa40e305" providerId="LiveId" clId="{835B7C0D-76E5-4E29-995D-107C1358B247}" dt="2026-02-26T00:23:01.974" v="279" actId="478"/>
          <ac:spMkLst>
            <pc:docMk/>
            <pc:sldMk cId="1638100194" sldId="281"/>
            <ac:spMk id="15" creationId="{57718C35-9FF0-396A-C65E-7E3CE2016A4E}"/>
          </ac:spMkLst>
        </pc:spChg>
        <pc:spChg chg="add mod">
          <ac:chgData name="Мария Томилина" userId="160ef5aefa40e305" providerId="LiveId" clId="{835B7C0D-76E5-4E29-995D-107C1358B247}" dt="2026-02-26T00:25:47.672" v="319" actId="1076"/>
          <ac:spMkLst>
            <pc:docMk/>
            <pc:sldMk cId="1638100194" sldId="281"/>
            <ac:spMk id="17" creationId="{D57BCBF8-EC4C-B758-F2BE-E42326BB71F7}"/>
          </ac:spMkLst>
        </pc:spChg>
        <pc:spChg chg="add mod">
          <ac:chgData name="Мария Томилина" userId="160ef5aefa40e305" providerId="LiveId" clId="{835B7C0D-76E5-4E29-995D-107C1358B247}" dt="2026-02-26T00:25:44.506" v="318" actId="1076"/>
          <ac:spMkLst>
            <pc:docMk/>
            <pc:sldMk cId="1638100194" sldId="281"/>
            <ac:spMk id="19" creationId="{0B1AB663-2DA1-04B6-8053-6EDA867E0113}"/>
          </ac:spMkLst>
        </pc:spChg>
        <pc:spChg chg="add mod">
          <ac:chgData name="Мария Томилина" userId="160ef5aefa40e305" providerId="LiveId" clId="{835B7C0D-76E5-4E29-995D-107C1358B247}" dt="2026-02-26T00:25:40.208" v="317" actId="1076"/>
          <ac:spMkLst>
            <pc:docMk/>
            <pc:sldMk cId="1638100194" sldId="281"/>
            <ac:spMk id="21" creationId="{8002752C-D590-58D0-AFE9-8C73307D0F56}"/>
          </ac:spMkLst>
        </pc:spChg>
        <pc:spChg chg="add del mod">
          <ac:chgData name="Мария Томилина" userId="160ef5aefa40e305" providerId="LiveId" clId="{835B7C0D-76E5-4E29-995D-107C1358B247}" dt="2026-02-26T00:25:35.700" v="316" actId="478"/>
          <ac:spMkLst>
            <pc:docMk/>
            <pc:sldMk cId="1638100194" sldId="281"/>
            <ac:spMk id="23" creationId="{E0451E75-B70C-CA89-C430-FFE0EC576AA9}"/>
          </ac:spMkLst>
        </pc:spChg>
        <pc:spChg chg="add mod">
          <ac:chgData name="Мария Томилина" userId="160ef5aefa40e305" providerId="LiveId" clId="{835B7C0D-76E5-4E29-995D-107C1358B247}" dt="2026-02-26T00:53:05.071" v="538" actId="1038"/>
          <ac:spMkLst>
            <pc:docMk/>
            <pc:sldMk cId="1638100194" sldId="281"/>
            <ac:spMk id="24" creationId="{803AB6D8-4FBA-79BF-7447-92E0384B8A40}"/>
          </ac:spMkLst>
        </pc:spChg>
        <pc:spChg chg="add mod">
          <ac:chgData name="Мария Томилина" userId="160ef5aefa40e305" providerId="LiveId" clId="{835B7C0D-76E5-4E29-995D-107C1358B247}" dt="2026-02-26T00:54:34.745" v="556"/>
          <ac:spMkLst>
            <pc:docMk/>
            <pc:sldMk cId="1638100194" sldId="281"/>
            <ac:spMk id="25" creationId="{A22F72F0-2EA9-089A-1ACC-587F880C6D5A}"/>
          </ac:spMkLst>
        </pc:spChg>
        <pc:spChg chg="add mod">
          <ac:chgData name="Мария Томилина" userId="160ef5aefa40e305" providerId="LiveId" clId="{835B7C0D-76E5-4E29-995D-107C1358B247}" dt="2026-02-26T00:56:06.486" v="578"/>
          <ac:spMkLst>
            <pc:docMk/>
            <pc:sldMk cId="1638100194" sldId="281"/>
            <ac:spMk id="26" creationId="{C4686C9B-BE87-D5D5-E917-B2462CA504F5}"/>
          </ac:spMkLst>
        </pc:spChg>
        <pc:picChg chg="add del mod">
          <ac:chgData name="Мария Томилина" userId="160ef5aefa40e305" providerId="LiveId" clId="{835B7C0D-76E5-4E29-995D-107C1358B247}" dt="2026-02-26T00:23:06.366" v="280" actId="478"/>
          <ac:picMkLst>
            <pc:docMk/>
            <pc:sldMk cId="1638100194" sldId="281"/>
            <ac:picMk id="13" creationId="{F195C8AE-2F9A-3C4D-B110-767A0CF7F51A}"/>
          </ac:picMkLst>
        </pc:picChg>
      </pc:sldChg>
      <pc:sldChg chg="addSp delSp modSp add mod">
        <pc:chgData name="Мария Томилина" userId="160ef5aefa40e305" providerId="LiveId" clId="{835B7C0D-76E5-4E29-995D-107C1358B247}" dt="2026-02-26T00:56:15.245" v="581" actId="14100"/>
        <pc:sldMkLst>
          <pc:docMk/>
          <pc:sldMk cId="2854993514" sldId="282"/>
        </pc:sldMkLst>
        <pc:spChg chg="mod">
          <ac:chgData name="Мария Томилина" userId="160ef5aefa40e305" providerId="LiveId" clId="{835B7C0D-76E5-4E29-995D-107C1358B247}" dt="2026-02-26T00:25:59.755" v="322" actId="20577"/>
          <ac:spMkLst>
            <pc:docMk/>
            <pc:sldMk cId="2854993514" sldId="282"/>
            <ac:spMk id="4" creationId="{BD20E318-9C57-9562-299F-51FD1DCE0CB7}"/>
          </ac:spMkLst>
        </pc:spChg>
        <pc:spChg chg="add mod">
          <ac:chgData name="Мария Томилина" userId="160ef5aefa40e305" providerId="LiveId" clId="{835B7C0D-76E5-4E29-995D-107C1358B247}" dt="2026-02-26T00:28:16.133" v="363" actId="404"/>
          <ac:spMkLst>
            <pc:docMk/>
            <pc:sldMk cId="2854993514" sldId="282"/>
            <ac:spMk id="6" creationId="{9D586271-CD6E-8C77-2F1B-0FF347225C6D}"/>
          </ac:spMkLst>
        </pc:spChg>
        <pc:spChg chg="add mod">
          <ac:chgData name="Мария Томилина" userId="160ef5aefa40e305" providerId="LiveId" clId="{835B7C0D-76E5-4E29-995D-107C1358B247}" dt="2026-02-26T00:28:23.398" v="364" actId="122"/>
          <ac:spMkLst>
            <pc:docMk/>
            <pc:sldMk cId="2854993514" sldId="282"/>
            <ac:spMk id="9" creationId="{44CA15D2-26A1-C545-0CC7-0DADC0082F27}"/>
          </ac:spMkLst>
        </pc:spChg>
        <pc:spChg chg="del">
          <ac:chgData name="Мария Томилина" userId="160ef5aefa40e305" providerId="LiveId" clId="{835B7C0D-76E5-4E29-995D-107C1358B247}" dt="2026-02-26T00:26:10.668" v="326" actId="478"/>
          <ac:spMkLst>
            <pc:docMk/>
            <pc:sldMk cId="2854993514" sldId="282"/>
            <ac:spMk id="10" creationId="{02BE3361-BDE8-C902-0ADB-4FC27A7E1F40}"/>
          </ac:spMkLst>
        </pc:spChg>
        <pc:spChg chg="add mod">
          <ac:chgData name="Мария Томилина" userId="160ef5aefa40e305" providerId="LiveId" clId="{835B7C0D-76E5-4E29-995D-107C1358B247}" dt="2026-02-26T00:53:12.026" v="540" actId="14100"/>
          <ac:spMkLst>
            <pc:docMk/>
            <pc:sldMk cId="2854993514" sldId="282"/>
            <ac:spMk id="11" creationId="{819B411D-8B7E-B983-7F71-65F321704306}"/>
          </ac:spMkLst>
        </pc:spChg>
        <pc:spChg chg="add mod">
          <ac:chgData name="Мария Томилина" userId="160ef5aefa40e305" providerId="LiveId" clId="{835B7C0D-76E5-4E29-995D-107C1358B247}" dt="2026-02-26T00:54:40.373" v="558" actId="14100"/>
          <ac:spMkLst>
            <pc:docMk/>
            <pc:sldMk cId="2854993514" sldId="282"/>
            <ac:spMk id="12" creationId="{603DFC43-AB8B-BB5C-4DD2-0D08F6342235}"/>
          </ac:spMkLst>
        </pc:spChg>
        <pc:spChg chg="add mod">
          <ac:chgData name="Мария Томилина" userId="160ef5aefa40e305" providerId="LiveId" clId="{835B7C0D-76E5-4E29-995D-107C1358B247}" dt="2026-02-26T00:56:15.245" v="581" actId="14100"/>
          <ac:spMkLst>
            <pc:docMk/>
            <pc:sldMk cId="2854993514" sldId="282"/>
            <ac:spMk id="13" creationId="{0C503F22-57D6-3B67-7DBB-7DAB5D728602}"/>
          </ac:spMkLst>
        </pc:spChg>
        <pc:spChg chg="del">
          <ac:chgData name="Мария Томилина" userId="160ef5aefa40e305" providerId="LiveId" clId="{835B7C0D-76E5-4E29-995D-107C1358B247}" dt="2026-02-26T00:26:02.229" v="323" actId="478"/>
          <ac:spMkLst>
            <pc:docMk/>
            <pc:sldMk cId="2854993514" sldId="282"/>
            <ac:spMk id="17" creationId="{0E23E436-0E0A-49AB-CD19-F913EBBF005D}"/>
          </ac:spMkLst>
        </pc:spChg>
        <pc:spChg chg="del">
          <ac:chgData name="Мария Томилина" userId="160ef5aefa40e305" providerId="LiveId" clId="{835B7C0D-76E5-4E29-995D-107C1358B247}" dt="2026-02-26T00:26:04.832" v="325" actId="478"/>
          <ac:spMkLst>
            <pc:docMk/>
            <pc:sldMk cId="2854993514" sldId="282"/>
            <ac:spMk id="19" creationId="{43074EDF-FABD-AD30-ECE5-702D53E18A9C}"/>
          </ac:spMkLst>
        </pc:spChg>
        <pc:spChg chg="del">
          <ac:chgData name="Мария Томилина" userId="160ef5aefa40e305" providerId="LiveId" clId="{835B7C0D-76E5-4E29-995D-107C1358B247}" dt="2026-02-26T00:26:03.757" v="324" actId="478"/>
          <ac:spMkLst>
            <pc:docMk/>
            <pc:sldMk cId="2854993514" sldId="282"/>
            <ac:spMk id="21" creationId="{55079426-65E6-B27D-0434-0A7CEA8D29FD}"/>
          </ac:spMkLst>
        </pc:spChg>
      </pc:sldChg>
      <pc:sldChg chg="addSp delSp modSp add mod">
        <pc:chgData name="Мария Томилина" userId="160ef5aefa40e305" providerId="LiveId" clId="{835B7C0D-76E5-4E29-995D-107C1358B247}" dt="2026-02-26T00:56:18.049" v="582"/>
        <pc:sldMkLst>
          <pc:docMk/>
          <pc:sldMk cId="4283406199" sldId="283"/>
        </pc:sldMkLst>
        <pc:spChg chg="mod">
          <ac:chgData name="Мария Томилина" userId="160ef5aefa40e305" providerId="LiveId" clId="{835B7C0D-76E5-4E29-995D-107C1358B247}" dt="2026-02-26T00:35:56.737" v="434" actId="20577"/>
          <ac:spMkLst>
            <pc:docMk/>
            <pc:sldMk cId="4283406199" sldId="283"/>
            <ac:spMk id="4" creationId="{597A9282-B933-A9BF-61C2-1DEB1A649995}"/>
          </ac:spMkLst>
        </pc:spChg>
        <pc:spChg chg="del">
          <ac:chgData name="Мария Томилина" userId="160ef5aefa40e305" providerId="LiveId" clId="{835B7C0D-76E5-4E29-995D-107C1358B247}" dt="2026-02-26T00:29:12.565" v="366" actId="478"/>
          <ac:spMkLst>
            <pc:docMk/>
            <pc:sldMk cId="4283406199" sldId="283"/>
            <ac:spMk id="6" creationId="{213E8DFF-4C7C-C33C-0D15-1F6A5C3AC6D7}"/>
          </ac:spMkLst>
        </pc:spChg>
        <pc:spChg chg="del">
          <ac:chgData name="Мария Томилина" userId="160ef5aefa40e305" providerId="LiveId" clId="{835B7C0D-76E5-4E29-995D-107C1358B247}" dt="2026-02-26T00:29:13.931" v="367" actId="478"/>
          <ac:spMkLst>
            <pc:docMk/>
            <pc:sldMk cId="4283406199" sldId="283"/>
            <ac:spMk id="9" creationId="{C622952D-1665-7B54-51B5-10168D2D4204}"/>
          </ac:spMkLst>
        </pc:spChg>
        <pc:spChg chg="add mod">
          <ac:chgData name="Мария Томилина" userId="160ef5aefa40e305" providerId="LiveId" clId="{835B7C0D-76E5-4E29-995D-107C1358B247}" dt="2026-02-26T00:35:02.553" v="411" actId="1076"/>
          <ac:spMkLst>
            <pc:docMk/>
            <pc:sldMk cId="4283406199" sldId="283"/>
            <ac:spMk id="14" creationId="{12AD7754-82A2-FABA-E1F6-57CA59E12344}"/>
          </ac:spMkLst>
        </pc:spChg>
        <pc:spChg chg="add mod">
          <ac:chgData name="Мария Томилина" userId="160ef5aefa40e305" providerId="LiveId" clId="{835B7C0D-76E5-4E29-995D-107C1358B247}" dt="2026-02-26T00:35:39.232" v="432" actId="20577"/>
          <ac:spMkLst>
            <pc:docMk/>
            <pc:sldMk cId="4283406199" sldId="283"/>
            <ac:spMk id="15" creationId="{6A4EF1AB-2B30-1A4E-D8B1-271D7399DCC0}"/>
          </ac:spMkLst>
        </pc:spChg>
        <pc:spChg chg="add mod">
          <ac:chgData name="Мария Томилина" userId="160ef5aefa40e305" providerId="LiveId" clId="{835B7C0D-76E5-4E29-995D-107C1358B247}" dt="2026-02-26T00:53:14.751" v="541"/>
          <ac:spMkLst>
            <pc:docMk/>
            <pc:sldMk cId="4283406199" sldId="283"/>
            <ac:spMk id="16" creationId="{D6104730-B2DE-165E-3B1D-49BC6ED181AE}"/>
          </ac:spMkLst>
        </pc:spChg>
        <pc:spChg chg="add mod">
          <ac:chgData name="Мария Томилина" userId="160ef5aefa40e305" providerId="LiveId" clId="{835B7C0D-76E5-4E29-995D-107C1358B247}" dt="2026-02-26T00:54:43.152" v="559"/>
          <ac:spMkLst>
            <pc:docMk/>
            <pc:sldMk cId="4283406199" sldId="283"/>
            <ac:spMk id="17" creationId="{35C45EDB-97A9-CB8A-1D97-783EB804E748}"/>
          </ac:spMkLst>
        </pc:spChg>
        <pc:spChg chg="add mod">
          <ac:chgData name="Мария Томилина" userId="160ef5aefa40e305" providerId="LiveId" clId="{835B7C0D-76E5-4E29-995D-107C1358B247}" dt="2026-02-26T00:56:18.049" v="582"/>
          <ac:spMkLst>
            <pc:docMk/>
            <pc:sldMk cId="4283406199" sldId="283"/>
            <ac:spMk id="18" creationId="{963D1FBA-4B0E-D3CD-66B1-7E1D612F82B4}"/>
          </ac:spMkLst>
        </pc:spChg>
        <pc:picChg chg="add del mod">
          <ac:chgData name="Мария Томилина" userId="160ef5aefa40e305" providerId="LiveId" clId="{835B7C0D-76E5-4E29-995D-107C1358B247}" dt="2026-02-26T00:29:39.479" v="370" actId="478"/>
          <ac:picMkLst>
            <pc:docMk/>
            <pc:sldMk cId="4283406199" sldId="283"/>
            <ac:picMk id="8" creationId="{C3EC53A5-A4FC-9957-74A0-48C4DE7F4E16}"/>
          </ac:picMkLst>
        </pc:picChg>
        <pc:picChg chg="add mod modCrop">
          <ac:chgData name="Мария Томилина" userId="160ef5aefa40e305" providerId="LiveId" clId="{835B7C0D-76E5-4E29-995D-107C1358B247}" dt="2026-02-26T00:34:34.544" v="389" actId="1076"/>
          <ac:picMkLst>
            <pc:docMk/>
            <pc:sldMk cId="4283406199" sldId="283"/>
            <ac:picMk id="11" creationId="{595697DA-08BA-4DBF-E67F-EADA9D430D17}"/>
          </ac:picMkLst>
        </pc:picChg>
        <pc:picChg chg="add mod modCrop">
          <ac:chgData name="Мария Томилина" userId="160ef5aefa40e305" providerId="LiveId" clId="{835B7C0D-76E5-4E29-995D-107C1358B247}" dt="2026-02-26T00:34:31.339" v="388" actId="1076"/>
          <ac:picMkLst>
            <pc:docMk/>
            <pc:sldMk cId="4283406199" sldId="283"/>
            <ac:picMk id="13" creationId="{C007C665-AC8A-41E4-2EAD-D6AECB69139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4" name="Shape 224"/>
          <p:cNvSpPr>
            <a:spLocks noGrp="1" noRot="1" noChangeAspect="1" noEditPoints="1"/>
          </p:cNvSpPr>
          <p:nvPr>
            <p:ph type="sldImg"/>
          </p:nvPr>
        </p:nvSpPr>
        <p:spPr>
          <a:xfrm>
            <a:off x="1143000" y="685800"/>
            <a:ext cx="4572000" cy="3429000"/>
          </a:xfrm>
          <a:prstGeom prst="rect">
            <a:avLst/>
          </a:prstGeom>
        </p:spPr>
        <p:txBody>
          <a:bodyPr/>
          <a:lstStyle/>
          <a:p>
            <a:endParaRPr/>
          </a:p>
        </p:txBody>
      </p:sp>
      <p:sp>
        <p:nvSpPr>
          <p:cNvPr id="225" name="Shape 225"/>
          <p:cNvSpPr>
            <a:spLocks noGrp="1" noEditPoints="1"/>
          </p:cNvSpPr>
          <p:nvPr>
            <p:ph type="body" sz="quarter" idx="1"/>
          </p:nvPr>
        </p:nvSpPr>
        <p:spPr>
          <a:xfrm>
            <a:off x="914400" y="4343400"/>
            <a:ext cx="5029200" cy="4114800"/>
          </a:xfrm>
          <a:prstGeom prst="rect">
            <a:avLst/>
          </a:prstGeom>
        </p:spPr>
        <p:txBody>
          <a:bodyPr/>
          <a:lstStyle/>
          <a:p>
            <a:pPr lvl="0"/>
            <a:endParaRPr/>
          </a:p>
        </p:txBody>
      </p:sp>
    </p:spTree>
  </p:cSld>
  <p:clrMap bg1="lt1" tx1="dk1" bg2="lt2" tx2="dk2" accent1="accent1" accent2="accent2" accent3="accent3" accent4="accent4" accent5="accent5" accent6="accent6" hlink="hlink" folHlink="folHlink"/>
  <p:hf sldNum="0" hdr="0" ftr="0" dt="0"/>
  <p:notesStyle>
    <a:lvl1pPr latinLnBrk="0">
      <a:defRPr sz="1200">
        <a:latin typeface="+mj-lt"/>
        <a:ea typeface="+mj-ea"/>
        <a:cs typeface="+mj-cs"/>
        <a:sym typeface="Calibri" panose="020F0502020204030204"/>
      </a:defRPr>
    </a:lvl1pPr>
    <a:lvl2pPr indent="228600" latinLnBrk="0">
      <a:defRPr sz="1200">
        <a:latin typeface="+mj-lt"/>
        <a:ea typeface="+mj-ea"/>
        <a:cs typeface="+mj-cs"/>
        <a:sym typeface="Calibri" panose="020F0502020204030204"/>
      </a:defRPr>
    </a:lvl2pPr>
    <a:lvl3pPr indent="457200" latinLnBrk="0">
      <a:defRPr sz="1200">
        <a:latin typeface="+mj-lt"/>
        <a:ea typeface="+mj-ea"/>
        <a:cs typeface="+mj-cs"/>
        <a:sym typeface="Calibri" panose="020F0502020204030204"/>
      </a:defRPr>
    </a:lvl3pPr>
    <a:lvl4pPr indent="685800" latinLnBrk="0">
      <a:defRPr sz="1200">
        <a:latin typeface="+mj-lt"/>
        <a:ea typeface="+mj-ea"/>
        <a:cs typeface="+mj-cs"/>
        <a:sym typeface="Calibri" panose="020F0502020204030204"/>
      </a:defRPr>
    </a:lvl4pPr>
    <a:lvl5pPr indent="914400" latinLnBrk="0">
      <a:defRPr sz="1200">
        <a:latin typeface="+mj-lt"/>
        <a:ea typeface="+mj-ea"/>
        <a:cs typeface="+mj-cs"/>
        <a:sym typeface="Calibri" panose="020F0502020204030204"/>
      </a:defRPr>
    </a:lvl5pPr>
    <a:lvl6pPr indent="1143000" latinLnBrk="0">
      <a:defRPr sz="1200">
        <a:latin typeface="+mj-lt"/>
        <a:ea typeface="+mj-ea"/>
        <a:cs typeface="+mj-cs"/>
        <a:sym typeface="Calibri" panose="020F0502020204030204"/>
      </a:defRPr>
    </a:lvl6pPr>
    <a:lvl7pPr indent="1371600" latinLnBrk="0">
      <a:defRPr sz="1200">
        <a:latin typeface="+mj-lt"/>
        <a:ea typeface="+mj-ea"/>
        <a:cs typeface="+mj-cs"/>
        <a:sym typeface="Calibri" panose="020F0502020204030204"/>
      </a:defRPr>
    </a:lvl7pPr>
    <a:lvl8pPr indent="1600200" latinLnBrk="0">
      <a:defRPr sz="1200">
        <a:latin typeface="+mj-lt"/>
        <a:ea typeface="+mj-ea"/>
        <a:cs typeface="+mj-cs"/>
        <a:sym typeface="Calibri" panose="020F0502020204030204"/>
      </a:defRPr>
    </a:lvl8pPr>
    <a:lvl9pPr indent="1828800" latinLnBrk="0">
      <a:defRPr sz="1200">
        <a:latin typeface="+mj-lt"/>
        <a:ea typeface="+mj-ea"/>
        <a:cs typeface="+mj-cs"/>
        <a:sym typeface="Calibri" panose="020F050202020403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полнитель изображения слайда 1"/>
          <p:cNvSpPr>
            <a:spLocks noGrp="1" noRot="1" noChangeAspect="1" noEditPoints="1"/>
          </p:cNvSpPr>
          <p:nvPr>
            <p:ph type="sldImg"/>
          </p:nvPr>
        </p:nvSpPr>
        <p:spPr>
          <a:xfrm>
            <a:off x="177800" y="685800"/>
            <a:ext cx="6502400" cy="3429000"/>
          </a:xfrm>
          <a:prstGeom prst="rect">
            <a:avLst/>
          </a:prstGeom>
        </p:spPr>
        <p:txBody>
          <a:bodyPr/>
          <a:lstStyle/>
          <a:p>
            <a:endParaRPr/>
          </a:p>
        </p:txBody>
      </p:sp>
      <p:sp>
        <p:nvSpPr>
          <p:cNvPr id="3" name="Заполнитель текста 2"/>
          <p:cNvSpPr>
            <a:spLocks noGrp="1" noEditPoints="1"/>
          </p:cNvSpPr>
          <p:nvPr>
            <p:ph type="body" idx="1"/>
          </p:nvPr>
        </p:nvSpPr>
        <p:spPr>
          <a:prstGeom prst="rect">
            <a:avLst/>
          </a:pr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полнитель изображения слайда 1"/>
          <p:cNvSpPr>
            <a:spLocks noGrp="1" noRot="1" noChangeAspect="1" noEditPoints="1"/>
          </p:cNvSpPr>
          <p:nvPr>
            <p:ph type="sldImg"/>
          </p:nvPr>
        </p:nvSpPr>
        <p:spPr>
          <a:xfrm>
            <a:off x="177800" y="685800"/>
            <a:ext cx="6502400" cy="3429000"/>
          </a:xfrm>
          <a:prstGeom prst="rect">
            <a:avLst/>
          </a:prstGeom>
        </p:spPr>
        <p:txBody>
          <a:bodyPr/>
          <a:lstStyle/>
          <a:p>
            <a:endParaRPr/>
          </a:p>
        </p:txBody>
      </p:sp>
      <p:sp>
        <p:nvSpPr>
          <p:cNvPr id="3" name="Заполнитель текста 2"/>
          <p:cNvSpPr>
            <a:spLocks noGrp="1" noEditPoints="1"/>
          </p:cNvSpPr>
          <p:nvPr>
            <p:ph type="body" idx="1"/>
          </p:nvPr>
        </p:nvSpPr>
        <p:spPr>
          <a:prstGeom prst="rect">
            <a:avLst/>
          </a:prstGeom>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DA819-9EFF-CA2C-B623-7C47EFB936FD}"/>
            </a:ext>
          </a:extLst>
        </p:cNvPr>
        <p:cNvGrpSpPr/>
        <p:nvPr/>
      </p:nvGrpSpPr>
      <p:grpSpPr>
        <a:xfrm>
          <a:off x="0" y="0"/>
          <a:ext cx="0" cy="0"/>
          <a:chOff x="0" y="0"/>
          <a:chExt cx="0" cy="0"/>
        </a:xfrm>
      </p:grpSpPr>
      <p:sp>
        <p:nvSpPr>
          <p:cNvPr id="2" name="Заполнитель изображения слайда 1">
            <a:extLst>
              <a:ext uri="{FF2B5EF4-FFF2-40B4-BE49-F238E27FC236}">
                <a16:creationId xmlns:a16="http://schemas.microsoft.com/office/drawing/2014/main" id="{4C934EFA-83EE-A929-BFF3-25C09A5181C8}"/>
              </a:ext>
            </a:extLst>
          </p:cNvPr>
          <p:cNvSpPr>
            <a:spLocks noGrp="1" noRot="1" noChangeAspect="1" noEditPoints="1"/>
          </p:cNvSpPr>
          <p:nvPr>
            <p:ph type="sldImg"/>
          </p:nvPr>
        </p:nvSpPr>
        <p:spPr>
          <a:xfrm>
            <a:off x="177800" y="685800"/>
            <a:ext cx="6502400" cy="3429000"/>
          </a:xfrm>
          <a:prstGeom prst="rect">
            <a:avLst/>
          </a:prstGeom>
        </p:spPr>
        <p:txBody>
          <a:bodyPr/>
          <a:lstStyle/>
          <a:p>
            <a:endParaRPr/>
          </a:p>
        </p:txBody>
      </p:sp>
      <p:sp>
        <p:nvSpPr>
          <p:cNvPr id="3" name="Заполнитель текста 2">
            <a:extLst>
              <a:ext uri="{FF2B5EF4-FFF2-40B4-BE49-F238E27FC236}">
                <a16:creationId xmlns:a16="http://schemas.microsoft.com/office/drawing/2014/main" id="{9A5161DA-7AE4-31CB-EF67-D4E986C6C12A}"/>
              </a:ext>
            </a:extLst>
          </p:cNvPr>
          <p:cNvSpPr>
            <a:spLocks noGrp="1" noEditPoints="1"/>
          </p:cNvSpPr>
          <p:nvPr>
            <p:ph type="body" idx="1"/>
          </p:nvPr>
        </p:nvSpPr>
        <p:spPr>
          <a:prstGeom prst="rect">
            <a:avLst/>
          </a:prstGeom>
        </p:spPr>
        <p:txBody>
          <a:bodyPr/>
          <a:lstStyle/>
          <a:p>
            <a:endParaRPr lang="en-US"/>
          </a:p>
        </p:txBody>
      </p:sp>
    </p:spTree>
    <p:extLst>
      <p:ext uri="{BB962C8B-B14F-4D97-AF65-F5344CB8AC3E}">
        <p14:creationId xmlns:p14="http://schemas.microsoft.com/office/powerpoint/2010/main" val="20191735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121CD-36CB-094C-2626-256686C541DB}"/>
            </a:ext>
          </a:extLst>
        </p:cNvPr>
        <p:cNvGrpSpPr/>
        <p:nvPr/>
      </p:nvGrpSpPr>
      <p:grpSpPr>
        <a:xfrm>
          <a:off x="0" y="0"/>
          <a:ext cx="0" cy="0"/>
          <a:chOff x="0" y="0"/>
          <a:chExt cx="0" cy="0"/>
        </a:xfrm>
      </p:grpSpPr>
      <p:sp>
        <p:nvSpPr>
          <p:cNvPr id="2" name="Заполнитель изображения слайда 1">
            <a:extLst>
              <a:ext uri="{FF2B5EF4-FFF2-40B4-BE49-F238E27FC236}">
                <a16:creationId xmlns:a16="http://schemas.microsoft.com/office/drawing/2014/main" id="{4E9B5F74-330C-48F3-8704-29A99F554042}"/>
              </a:ext>
            </a:extLst>
          </p:cNvPr>
          <p:cNvSpPr>
            <a:spLocks noGrp="1" noRot="1" noChangeAspect="1" noEditPoints="1"/>
          </p:cNvSpPr>
          <p:nvPr>
            <p:ph type="sldImg"/>
          </p:nvPr>
        </p:nvSpPr>
        <p:spPr>
          <a:xfrm>
            <a:off x="177800" y="685800"/>
            <a:ext cx="6502400" cy="3429000"/>
          </a:xfrm>
          <a:prstGeom prst="rect">
            <a:avLst/>
          </a:prstGeom>
        </p:spPr>
        <p:txBody>
          <a:bodyPr/>
          <a:lstStyle/>
          <a:p>
            <a:endParaRPr/>
          </a:p>
        </p:txBody>
      </p:sp>
      <p:sp>
        <p:nvSpPr>
          <p:cNvPr id="3" name="Заполнитель текста 2">
            <a:extLst>
              <a:ext uri="{FF2B5EF4-FFF2-40B4-BE49-F238E27FC236}">
                <a16:creationId xmlns:a16="http://schemas.microsoft.com/office/drawing/2014/main" id="{3E2B1C99-FB2F-3B28-44B5-759EF5C2267A}"/>
              </a:ext>
            </a:extLst>
          </p:cNvPr>
          <p:cNvSpPr>
            <a:spLocks noGrp="1" noEditPoints="1"/>
          </p:cNvSpPr>
          <p:nvPr>
            <p:ph type="body" idx="1"/>
          </p:nvPr>
        </p:nvSpPr>
        <p:spPr>
          <a:prstGeom prst="rect">
            <a:avLst/>
          </a:prstGeom>
        </p:spPr>
        <p:txBody>
          <a:bodyPr/>
          <a:lstStyle/>
          <a:p>
            <a:endParaRPr lang="en-US"/>
          </a:p>
        </p:txBody>
      </p:sp>
    </p:spTree>
    <p:extLst>
      <p:ext uri="{BB962C8B-B14F-4D97-AF65-F5344CB8AC3E}">
        <p14:creationId xmlns:p14="http://schemas.microsoft.com/office/powerpoint/2010/main" val="3083105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6B852-62B5-09D5-E6E1-307244952ABA}"/>
            </a:ext>
          </a:extLst>
        </p:cNvPr>
        <p:cNvGrpSpPr/>
        <p:nvPr/>
      </p:nvGrpSpPr>
      <p:grpSpPr>
        <a:xfrm>
          <a:off x="0" y="0"/>
          <a:ext cx="0" cy="0"/>
          <a:chOff x="0" y="0"/>
          <a:chExt cx="0" cy="0"/>
        </a:xfrm>
      </p:grpSpPr>
      <p:sp>
        <p:nvSpPr>
          <p:cNvPr id="2" name="Заполнитель изображения слайда 1">
            <a:extLst>
              <a:ext uri="{FF2B5EF4-FFF2-40B4-BE49-F238E27FC236}">
                <a16:creationId xmlns:a16="http://schemas.microsoft.com/office/drawing/2014/main" id="{15935E3A-6E84-E4FF-1BEF-4F8D84650CD2}"/>
              </a:ext>
            </a:extLst>
          </p:cNvPr>
          <p:cNvSpPr>
            <a:spLocks noGrp="1" noRot="1" noChangeAspect="1" noEditPoints="1"/>
          </p:cNvSpPr>
          <p:nvPr>
            <p:ph type="sldImg"/>
          </p:nvPr>
        </p:nvSpPr>
        <p:spPr>
          <a:xfrm>
            <a:off x="177800" y="685800"/>
            <a:ext cx="6502400" cy="3429000"/>
          </a:xfrm>
          <a:prstGeom prst="rect">
            <a:avLst/>
          </a:prstGeom>
        </p:spPr>
        <p:txBody>
          <a:bodyPr/>
          <a:lstStyle/>
          <a:p>
            <a:endParaRPr/>
          </a:p>
        </p:txBody>
      </p:sp>
      <p:sp>
        <p:nvSpPr>
          <p:cNvPr id="3" name="Заполнитель текста 2">
            <a:extLst>
              <a:ext uri="{FF2B5EF4-FFF2-40B4-BE49-F238E27FC236}">
                <a16:creationId xmlns:a16="http://schemas.microsoft.com/office/drawing/2014/main" id="{249BF2DF-0BB3-05AD-3E9E-89AC0C31BA36}"/>
              </a:ext>
            </a:extLst>
          </p:cNvPr>
          <p:cNvSpPr>
            <a:spLocks noGrp="1" noEditPoints="1"/>
          </p:cNvSpPr>
          <p:nvPr>
            <p:ph type="body" idx="1"/>
          </p:nvPr>
        </p:nvSpPr>
        <p:spPr>
          <a:prstGeom prst="rect">
            <a:avLst/>
          </a:prstGeom>
        </p:spPr>
        <p:txBody>
          <a:bodyPr/>
          <a:lstStyle/>
          <a:p>
            <a:endParaRPr lang="en-US"/>
          </a:p>
        </p:txBody>
      </p:sp>
    </p:spTree>
    <p:extLst>
      <p:ext uri="{BB962C8B-B14F-4D97-AF65-F5344CB8AC3E}">
        <p14:creationId xmlns:p14="http://schemas.microsoft.com/office/powerpoint/2010/main" val="3523248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5BE76-DD45-F29E-C87F-66550D55900B}"/>
            </a:ext>
          </a:extLst>
        </p:cNvPr>
        <p:cNvGrpSpPr/>
        <p:nvPr/>
      </p:nvGrpSpPr>
      <p:grpSpPr>
        <a:xfrm>
          <a:off x="0" y="0"/>
          <a:ext cx="0" cy="0"/>
          <a:chOff x="0" y="0"/>
          <a:chExt cx="0" cy="0"/>
        </a:xfrm>
      </p:grpSpPr>
      <p:sp>
        <p:nvSpPr>
          <p:cNvPr id="2" name="Заполнитель изображения слайда 1">
            <a:extLst>
              <a:ext uri="{FF2B5EF4-FFF2-40B4-BE49-F238E27FC236}">
                <a16:creationId xmlns:a16="http://schemas.microsoft.com/office/drawing/2014/main" id="{8C2BA681-A723-8FE7-1586-36415FFFDA1B}"/>
              </a:ext>
            </a:extLst>
          </p:cNvPr>
          <p:cNvSpPr>
            <a:spLocks noGrp="1" noRot="1" noChangeAspect="1" noEditPoints="1"/>
          </p:cNvSpPr>
          <p:nvPr>
            <p:ph type="sldImg"/>
          </p:nvPr>
        </p:nvSpPr>
        <p:spPr>
          <a:xfrm>
            <a:off x="177800" y="685800"/>
            <a:ext cx="6502400" cy="3429000"/>
          </a:xfrm>
          <a:prstGeom prst="rect">
            <a:avLst/>
          </a:prstGeom>
        </p:spPr>
        <p:txBody>
          <a:bodyPr/>
          <a:lstStyle/>
          <a:p>
            <a:endParaRPr/>
          </a:p>
        </p:txBody>
      </p:sp>
      <p:sp>
        <p:nvSpPr>
          <p:cNvPr id="3" name="Заполнитель текста 2">
            <a:extLst>
              <a:ext uri="{FF2B5EF4-FFF2-40B4-BE49-F238E27FC236}">
                <a16:creationId xmlns:a16="http://schemas.microsoft.com/office/drawing/2014/main" id="{453CF77F-9C55-E2A9-889A-8CE61B32C09F}"/>
              </a:ext>
            </a:extLst>
          </p:cNvPr>
          <p:cNvSpPr>
            <a:spLocks noGrp="1" noEditPoints="1"/>
          </p:cNvSpPr>
          <p:nvPr>
            <p:ph type="body" idx="1"/>
          </p:nvPr>
        </p:nvSpPr>
        <p:spPr>
          <a:prstGeom prst="rect">
            <a:avLst/>
          </a:prstGeom>
        </p:spPr>
        <p:txBody>
          <a:bodyPr/>
          <a:lstStyle/>
          <a:p>
            <a:endParaRPr lang="en-US"/>
          </a:p>
        </p:txBody>
      </p:sp>
    </p:spTree>
    <p:extLst>
      <p:ext uri="{BB962C8B-B14F-4D97-AF65-F5344CB8AC3E}">
        <p14:creationId xmlns:p14="http://schemas.microsoft.com/office/powerpoint/2010/main" val="30887434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998F8-A3EF-892E-2236-548B2B42EC7D}"/>
            </a:ext>
          </a:extLst>
        </p:cNvPr>
        <p:cNvGrpSpPr/>
        <p:nvPr/>
      </p:nvGrpSpPr>
      <p:grpSpPr>
        <a:xfrm>
          <a:off x="0" y="0"/>
          <a:ext cx="0" cy="0"/>
          <a:chOff x="0" y="0"/>
          <a:chExt cx="0" cy="0"/>
        </a:xfrm>
      </p:grpSpPr>
      <p:sp>
        <p:nvSpPr>
          <p:cNvPr id="2" name="Заполнитель изображения слайда 1">
            <a:extLst>
              <a:ext uri="{FF2B5EF4-FFF2-40B4-BE49-F238E27FC236}">
                <a16:creationId xmlns:a16="http://schemas.microsoft.com/office/drawing/2014/main" id="{B688DF83-ACBD-64D2-32DA-A44728B300BC}"/>
              </a:ext>
            </a:extLst>
          </p:cNvPr>
          <p:cNvSpPr>
            <a:spLocks noGrp="1" noRot="1" noChangeAspect="1" noEditPoints="1"/>
          </p:cNvSpPr>
          <p:nvPr>
            <p:ph type="sldImg"/>
          </p:nvPr>
        </p:nvSpPr>
        <p:spPr>
          <a:xfrm>
            <a:off x="177800" y="685800"/>
            <a:ext cx="6502400" cy="3429000"/>
          </a:xfrm>
          <a:prstGeom prst="rect">
            <a:avLst/>
          </a:prstGeom>
        </p:spPr>
        <p:txBody>
          <a:bodyPr/>
          <a:lstStyle/>
          <a:p>
            <a:endParaRPr/>
          </a:p>
        </p:txBody>
      </p:sp>
      <p:sp>
        <p:nvSpPr>
          <p:cNvPr id="3" name="Заполнитель текста 2">
            <a:extLst>
              <a:ext uri="{FF2B5EF4-FFF2-40B4-BE49-F238E27FC236}">
                <a16:creationId xmlns:a16="http://schemas.microsoft.com/office/drawing/2014/main" id="{9536715E-9607-2566-BE88-4510044F5F38}"/>
              </a:ext>
            </a:extLst>
          </p:cNvPr>
          <p:cNvSpPr>
            <a:spLocks noGrp="1" noEditPoints="1"/>
          </p:cNvSpPr>
          <p:nvPr>
            <p:ph type="body" idx="1"/>
          </p:nvPr>
        </p:nvSpPr>
        <p:spPr>
          <a:prstGeom prst="rect">
            <a:avLst/>
          </a:prstGeom>
        </p:spPr>
        <p:txBody>
          <a:bodyPr/>
          <a:lstStyle/>
          <a:p>
            <a:endParaRPr lang="en-US"/>
          </a:p>
        </p:txBody>
      </p:sp>
    </p:spTree>
    <p:extLst>
      <p:ext uri="{BB962C8B-B14F-4D97-AF65-F5344CB8AC3E}">
        <p14:creationId xmlns:p14="http://schemas.microsoft.com/office/powerpoint/2010/main" val="2163218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47B9C-118A-F446-1A60-81911CFE51B5}"/>
            </a:ext>
          </a:extLst>
        </p:cNvPr>
        <p:cNvGrpSpPr/>
        <p:nvPr/>
      </p:nvGrpSpPr>
      <p:grpSpPr>
        <a:xfrm>
          <a:off x="0" y="0"/>
          <a:ext cx="0" cy="0"/>
          <a:chOff x="0" y="0"/>
          <a:chExt cx="0" cy="0"/>
        </a:xfrm>
      </p:grpSpPr>
      <p:sp>
        <p:nvSpPr>
          <p:cNvPr id="2" name="Заполнитель изображения слайда 1">
            <a:extLst>
              <a:ext uri="{FF2B5EF4-FFF2-40B4-BE49-F238E27FC236}">
                <a16:creationId xmlns:a16="http://schemas.microsoft.com/office/drawing/2014/main" id="{AD00B474-8992-CE10-BF4F-A7BFD633ED33}"/>
              </a:ext>
            </a:extLst>
          </p:cNvPr>
          <p:cNvSpPr>
            <a:spLocks noGrp="1" noRot="1" noChangeAspect="1" noEditPoints="1"/>
          </p:cNvSpPr>
          <p:nvPr>
            <p:ph type="sldImg"/>
          </p:nvPr>
        </p:nvSpPr>
        <p:spPr>
          <a:xfrm>
            <a:off x="177800" y="685800"/>
            <a:ext cx="6502400" cy="3429000"/>
          </a:xfrm>
          <a:prstGeom prst="rect">
            <a:avLst/>
          </a:prstGeom>
        </p:spPr>
        <p:txBody>
          <a:bodyPr/>
          <a:lstStyle/>
          <a:p>
            <a:endParaRPr/>
          </a:p>
        </p:txBody>
      </p:sp>
      <p:sp>
        <p:nvSpPr>
          <p:cNvPr id="3" name="Заполнитель текста 2">
            <a:extLst>
              <a:ext uri="{FF2B5EF4-FFF2-40B4-BE49-F238E27FC236}">
                <a16:creationId xmlns:a16="http://schemas.microsoft.com/office/drawing/2014/main" id="{0784FABA-9791-2EB5-894E-7E4D5EA823A5}"/>
              </a:ext>
            </a:extLst>
          </p:cNvPr>
          <p:cNvSpPr>
            <a:spLocks noGrp="1" noEditPoints="1"/>
          </p:cNvSpPr>
          <p:nvPr>
            <p:ph type="body" idx="1"/>
          </p:nvPr>
        </p:nvSpPr>
        <p:spPr>
          <a:prstGeom prst="rect">
            <a:avLst/>
          </a:prstGeom>
        </p:spPr>
        <p:txBody>
          <a:bodyPr/>
          <a:lstStyle/>
          <a:p>
            <a:endParaRPr lang="en-US"/>
          </a:p>
        </p:txBody>
      </p:sp>
    </p:spTree>
    <p:extLst>
      <p:ext uri="{BB962C8B-B14F-4D97-AF65-F5344CB8AC3E}">
        <p14:creationId xmlns:p14="http://schemas.microsoft.com/office/powerpoint/2010/main" val="3412075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A0596-1E2D-D326-43BA-B9D1C62C3CC9}"/>
            </a:ext>
          </a:extLst>
        </p:cNvPr>
        <p:cNvGrpSpPr/>
        <p:nvPr/>
      </p:nvGrpSpPr>
      <p:grpSpPr>
        <a:xfrm>
          <a:off x="0" y="0"/>
          <a:ext cx="0" cy="0"/>
          <a:chOff x="0" y="0"/>
          <a:chExt cx="0" cy="0"/>
        </a:xfrm>
      </p:grpSpPr>
      <p:sp>
        <p:nvSpPr>
          <p:cNvPr id="2" name="Заполнитель изображения слайда 1">
            <a:extLst>
              <a:ext uri="{FF2B5EF4-FFF2-40B4-BE49-F238E27FC236}">
                <a16:creationId xmlns:a16="http://schemas.microsoft.com/office/drawing/2014/main" id="{392FD9BD-90C3-3EC2-DC03-0E23634926B9}"/>
              </a:ext>
            </a:extLst>
          </p:cNvPr>
          <p:cNvSpPr>
            <a:spLocks noGrp="1" noRot="1" noChangeAspect="1" noEditPoints="1"/>
          </p:cNvSpPr>
          <p:nvPr>
            <p:ph type="sldImg"/>
          </p:nvPr>
        </p:nvSpPr>
        <p:spPr>
          <a:xfrm>
            <a:off x="177800" y="685800"/>
            <a:ext cx="6502400" cy="3429000"/>
          </a:xfrm>
          <a:prstGeom prst="rect">
            <a:avLst/>
          </a:prstGeom>
        </p:spPr>
        <p:txBody>
          <a:bodyPr/>
          <a:lstStyle/>
          <a:p>
            <a:endParaRPr/>
          </a:p>
        </p:txBody>
      </p:sp>
      <p:sp>
        <p:nvSpPr>
          <p:cNvPr id="3" name="Заполнитель текста 2">
            <a:extLst>
              <a:ext uri="{FF2B5EF4-FFF2-40B4-BE49-F238E27FC236}">
                <a16:creationId xmlns:a16="http://schemas.microsoft.com/office/drawing/2014/main" id="{7F4E8989-0F49-6160-AC6D-6C0DBE33448D}"/>
              </a:ext>
            </a:extLst>
          </p:cNvPr>
          <p:cNvSpPr>
            <a:spLocks noGrp="1" noEditPoints="1"/>
          </p:cNvSpPr>
          <p:nvPr>
            <p:ph type="body" idx="1"/>
          </p:nvPr>
        </p:nvSpPr>
        <p:spPr>
          <a:prstGeom prst="rect">
            <a:avLst/>
          </a:prstGeom>
        </p:spPr>
        <p:txBody>
          <a:bodyPr/>
          <a:lstStyle/>
          <a:p>
            <a:endParaRPr lang="en-US"/>
          </a:p>
        </p:txBody>
      </p:sp>
    </p:spTree>
    <p:extLst>
      <p:ext uri="{BB962C8B-B14F-4D97-AF65-F5344CB8AC3E}">
        <p14:creationId xmlns:p14="http://schemas.microsoft.com/office/powerpoint/2010/main" val="1934306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A1527-DCC6-D2DA-7EAA-6C6CBD4C6411}"/>
            </a:ext>
          </a:extLst>
        </p:cNvPr>
        <p:cNvGrpSpPr/>
        <p:nvPr/>
      </p:nvGrpSpPr>
      <p:grpSpPr>
        <a:xfrm>
          <a:off x="0" y="0"/>
          <a:ext cx="0" cy="0"/>
          <a:chOff x="0" y="0"/>
          <a:chExt cx="0" cy="0"/>
        </a:xfrm>
      </p:grpSpPr>
      <p:sp>
        <p:nvSpPr>
          <p:cNvPr id="2" name="Заполнитель изображения слайда 1">
            <a:extLst>
              <a:ext uri="{FF2B5EF4-FFF2-40B4-BE49-F238E27FC236}">
                <a16:creationId xmlns:a16="http://schemas.microsoft.com/office/drawing/2014/main" id="{2D2067FA-3B25-C983-3673-D9AB2D1AE7B5}"/>
              </a:ext>
            </a:extLst>
          </p:cNvPr>
          <p:cNvSpPr>
            <a:spLocks noGrp="1" noRot="1" noChangeAspect="1" noEditPoints="1"/>
          </p:cNvSpPr>
          <p:nvPr>
            <p:ph type="sldImg"/>
          </p:nvPr>
        </p:nvSpPr>
        <p:spPr>
          <a:xfrm>
            <a:off x="177800" y="685800"/>
            <a:ext cx="6502400" cy="3429000"/>
          </a:xfrm>
          <a:prstGeom prst="rect">
            <a:avLst/>
          </a:prstGeom>
        </p:spPr>
        <p:txBody>
          <a:bodyPr/>
          <a:lstStyle/>
          <a:p>
            <a:endParaRPr/>
          </a:p>
        </p:txBody>
      </p:sp>
      <p:sp>
        <p:nvSpPr>
          <p:cNvPr id="3" name="Заполнитель текста 2">
            <a:extLst>
              <a:ext uri="{FF2B5EF4-FFF2-40B4-BE49-F238E27FC236}">
                <a16:creationId xmlns:a16="http://schemas.microsoft.com/office/drawing/2014/main" id="{031F9545-3145-C93D-C6CA-9070B3184E4B}"/>
              </a:ext>
            </a:extLst>
          </p:cNvPr>
          <p:cNvSpPr>
            <a:spLocks noGrp="1" noEditPoints="1"/>
          </p:cNvSpPr>
          <p:nvPr>
            <p:ph type="body" idx="1"/>
          </p:nvPr>
        </p:nvSpPr>
        <p:spPr>
          <a:prstGeom prst="rect">
            <a:avLst/>
          </a:prstGeom>
        </p:spPr>
        <p:txBody>
          <a:bodyPr/>
          <a:lstStyle/>
          <a:p>
            <a:endParaRPr lang="en-US"/>
          </a:p>
        </p:txBody>
      </p:sp>
    </p:spTree>
    <p:extLst>
      <p:ext uri="{BB962C8B-B14F-4D97-AF65-F5344CB8AC3E}">
        <p14:creationId xmlns:p14="http://schemas.microsoft.com/office/powerpoint/2010/main" val="10669202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39D51-E293-E07C-0D3F-A445A0009ECB}"/>
            </a:ext>
          </a:extLst>
        </p:cNvPr>
        <p:cNvGrpSpPr/>
        <p:nvPr/>
      </p:nvGrpSpPr>
      <p:grpSpPr>
        <a:xfrm>
          <a:off x="0" y="0"/>
          <a:ext cx="0" cy="0"/>
          <a:chOff x="0" y="0"/>
          <a:chExt cx="0" cy="0"/>
        </a:xfrm>
      </p:grpSpPr>
      <p:sp>
        <p:nvSpPr>
          <p:cNvPr id="2" name="Заполнитель изображения слайда 1">
            <a:extLst>
              <a:ext uri="{FF2B5EF4-FFF2-40B4-BE49-F238E27FC236}">
                <a16:creationId xmlns:a16="http://schemas.microsoft.com/office/drawing/2014/main" id="{A52817C6-DDE1-3A9B-2EF6-5D6BC184FFDE}"/>
              </a:ext>
            </a:extLst>
          </p:cNvPr>
          <p:cNvSpPr>
            <a:spLocks noGrp="1" noRot="1" noChangeAspect="1" noEditPoints="1"/>
          </p:cNvSpPr>
          <p:nvPr>
            <p:ph type="sldImg"/>
          </p:nvPr>
        </p:nvSpPr>
        <p:spPr>
          <a:xfrm>
            <a:off x="177800" y="685800"/>
            <a:ext cx="6502400" cy="3429000"/>
          </a:xfrm>
          <a:prstGeom prst="rect">
            <a:avLst/>
          </a:prstGeom>
        </p:spPr>
        <p:txBody>
          <a:bodyPr/>
          <a:lstStyle/>
          <a:p>
            <a:endParaRPr/>
          </a:p>
        </p:txBody>
      </p:sp>
      <p:sp>
        <p:nvSpPr>
          <p:cNvPr id="3" name="Заполнитель текста 2">
            <a:extLst>
              <a:ext uri="{FF2B5EF4-FFF2-40B4-BE49-F238E27FC236}">
                <a16:creationId xmlns:a16="http://schemas.microsoft.com/office/drawing/2014/main" id="{459FF8FC-E039-641F-6FDD-0AB02E89CD3B}"/>
              </a:ext>
            </a:extLst>
          </p:cNvPr>
          <p:cNvSpPr>
            <a:spLocks noGrp="1" noEditPoints="1"/>
          </p:cNvSpPr>
          <p:nvPr>
            <p:ph type="body" idx="1"/>
          </p:nvPr>
        </p:nvSpPr>
        <p:spPr>
          <a:prstGeom prst="rect">
            <a:avLst/>
          </a:prstGeom>
        </p:spPr>
        <p:txBody>
          <a:bodyPr/>
          <a:lstStyle/>
          <a:p>
            <a:endParaRPr lang="en-US"/>
          </a:p>
        </p:txBody>
      </p:sp>
    </p:spTree>
    <p:extLst>
      <p:ext uri="{BB962C8B-B14F-4D97-AF65-F5344CB8AC3E}">
        <p14:creationId xmlns:p14="http://schemas.microsoft.com/office/powerpoint/2010/main" val="3472565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6CB7C-9C44-F7AC-42BE-C5A79FA64C37}"/>
            </a:ext>
          </a:extLst>
        </p:cNvPr>
        <p:cNvGrpSpPr/>
        <p:nvPr/>
      </p:nvGrpSpPr>
      <p:grpSpPr>
        <a:xfrm>
          <a:off x="0" y="0"/>
          <a:ext cx="0" cy="0"/>
          <a:chOff x="0" y="0"/>
          <a:chExt cx="0" cy="0"/>
        </a:xfrm>
      </p:grpSpPr>
      <p:sp>
        <p:nvSpPr>
          <p:cNvPr id="2" name="Заполнитель изображения слайда 1">
            <a:extLst>
              <a:ext uri="{FF2B5EF4-FFF2-40B4-BE49-F238E27FC236}">
                <a16:creationId xmlns:a16="http://schemas.microsoft.com/office/drawing/2014/main" id="{CFDAF4F0-016D-55D9-F881-F6F6EDEC1765}"/>
              </a:ext>
            </a:extLst>
          </p:cNvPr>
          <p:cNvSpPr>
            <a:spLocks noGrp="1" noRot="1" noChangeAspect="1" noEditPoints="1"/>
          </p:cNvSpPr>
          <p:nvPr>
            <p:ph type="sldImg"/>
          </p:nvPr>
        </p:nvSpPr>
        <p:spPr>
          <a:xfrm>
            <a:off x="177800" y="685800"/>
            <a:ext cx="6502400" cy="3429000"/>
          </a:xfrm>
          <a:prstGeom prst="rect">
            <a:avLst/>
          </a:prstGeom>
        </p:spPr>
        <p:txBody>
          <a:bodyPr/>
          <a:lstStyle/>
          <a:p>
            <a:endParaRPr/>
          </a:p>
        </p:txBody>
      </p:sp>
      <p:sp>
        <p:nvSpPr>
          <p:cNvPr id="3" name="Заполнитель текста 2">
            <a:extLst>
              <a:ext uri="{FF2B5EF4-FFF2-40B4-BE49-F238E27FC236}">
                <a16:creationId xmlns:a16="http://schemas.microsoft.com/office/drawing/2014/main" id="{12F9E4F7-AA9E-1DF8-5B19-A6E62FCEB42E}"/>
              </a:ext>
            </a:extLst>
          </p:cNvPr>
          <p:cNvSpPr>
            <a:spLocks noGrp="1" noEditPoints="1"/>
          </p:cNvSpPr>
          <p:nvPr>
            <p:ph type="body" idx="1"/>
          </p:nvPr>
        </p:nvSpPr>
        <p:spPr>
          <a:prstGeom prst="rect">
            <a:avLst/>
          </a:prstGeom>
        </p:spPr>
        <p:txBody>
          <a:bodyPr/>
          <a:lstStyle/>
          <a:p>
            <a:endParaRPr lang="en-US"/>
          </a:p>
        </p:txBody>
      </p:sp>
    </p:spTree>
    <p:extLst>
      <p:ext uri="{BB962C8B-B14F-4D97-AF65-F5344CB8AC3E}">
        <p14:creationId xmlns:p14="http://schemas.microsoft.com/office/powerpoint/2010/main" val="30578511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полнитель изображения слайда 1"/>
          <p:cNvSpPr>
            <a:spLocks noGrp="1" noRot="1" noChangeAspect="1" noEditPoints="1"/>
          </p:cNvSpPr>
          <p:nvPr>
            <p:ph type="sldImg"/>
          </p:nvPr>
        </p:nvSpPr>
        <p:spPr>
          <a:xfrm>
            <a:off x="177800" y="685800"/>
            <a:ext cx="6502400" cy="3429000"/>
          </a:xfrm>
          <a:prstGeom prst="rect">
            <a:avLst/>
          </a:prstGeom>
        </p:spPr>
        <p:txBody>
          <a:bodyPr/>
          <a:lstStyle/>
          <a:p>
            <a:endParaRPr/>
          </a:p>
        </p:txBody>
      </p:sp>
      <p:sp>
        <p:nvSpPr>
          <p:cNvPr id="3" name="Заполнитель текста 2"/>
          <p:cNvSpPr>
            <a:spLocks noGrp="1" noEditPoints="1"/>
          </p:cNvSpPr>
          <p:nvPr>
            <p:ph type="body" idx="1"/>
          </p:nvPr>
        </p:nvSpPr>
        <p:spPr>
          <a:prstGeom prst="rect">
            <a:avLst/>
          </a:prstGeom>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BC20C-9E87-7017-C256-E32EFC93BB45}"/>
            </a:ext>
          </a:extLst>
        </p:cNvPr>
        <p:cNvGrpSpPr/>
        <p:nvPr/>
      </p:nvGrpSpPr>
      <p:grpSpPr>
        <a:xfrm>
          <a:off x="0" y="0"/>
          <a:ext cx="0" cy="0"/>
          <a:chOff x="0" y="0"/>
          <a:chExt cx="0" cy="0"/>
        </a:xfrm>
      </p:grpSpPr>
      <p:sp>
        <p:nvSpPr>
          <p:cNvPr id="2" name="Заполнитель изображения слайда 1">
            <a:extLst>
              <a:ext uri="{FF2B5EF4-FFF2-40B4-BE49-F238E27FC236}">
                <a16:creationId xmlns:a16="http://schemas.microsoft.com/office/drawing/2014/main" id="{EBF0B998-6D72-B34D-5BBE-1FF7C2D53C84}"/>
              </a:ext>
            </a:extLst>
          </p:cNvPr>
          <p:cNvSpPr>
            <a:spLocks noGrp="1" noRot="1" noChangeAspect="1" noEditPoints="1"/>
          </p:cNvSpPr>
          <p:nvPr>
            <p:ph type="sldImg"/>
          </p:nvPr>
        </p:nvSpPr>
        <p:spPr>
          <a:xfrm>
            <a:off x="177800" y="685800"/>
            <a:ext cx="6502400" cy="3429000"/>
          </a:xfrm>
          <a:prstGeom prst="rect">
            <a:avLst/>
          </a:prstGeom>
        </p:spPr>
        <p:txBody>
          <a:bodyPr/>
          <a:lstStyle/>
          <a:p>
            <a:endParaRPr/>
          </a:p>
        </p:txBody>
      </p:sp>
      <p:sp>
        <p:nvSpPr>
          <p:cNvPr id="3" name="Заполнитель текста 2">
            <a:extLst>
              <a:ext uri="{FF2B5EF4-FFF2-40B4-BE49-F238E27FC236}">
                <a16:creationId xmlns:a16="http://schemas.microsoft.com/office/drawing/2014/main" id="{949976D2-D249-57A2-2364-11FCA822F366}"/>
              </a:ext>
            </a:extLst>
          </p:cNvPr>
          <p:cNvSpPr>
            <a:spLocks noGrp="1" noEditPoints="1"/>
          </p:cNvSpPr>
          <p:nvPr>
            <p:ph type="body" idx="1"/>
          </p:nvPr>
        </p:nvSpPr>
        <p:spPr>
          <a:prstGeom prst="rect">
            <a:avLst/>
          </a:prstGeom>
        </p:spPr>
        <p:txBody>
          <a:bodyPr/>
          <a:lstStyle/>
          <a:p>
            <a:endParaRPr lang="en-US"/>
          </a:p>
        </p:txBody>
      </p:sp>
    </p:spTree>
    <p:extLst>
      <p:ext uri="{BB962C8B-B14F-4D97-AF65-F5344CB8AC3E}">
        <p14:creationId xmlns:p14="http://schemas.microsoft.com/office/powerpoint/2010/main" val="36819948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1FAFC-0D17-4CD7-A8FA-3FA0F39F8E6D}"/>
            </a:ext>
          </a:extLst>
        </p:cNvPr>
        <p:cNvGrpSpPr/>
        <p:nvPr/>
      </p:nvGrpSpPr>
      <p:grpSpPr>
        <a:xfrm>
          <a:off x="0" y="0"/>
          <a:ext cx="0" cy="0"/>
          <a:chOff x="0" y="0"/>
          <a:chExt cx="0" cy="0"/>
        </a:xfrm>
      </p:grpSpPr>
      <p:sp>
        <p:nvSpPr>
          <p:cNvPr id="2" name="Заполнитель изображения слайда 1">
            <a:extLst>
              <a:ext uri="{FF2B5EF4-FFF2-40B4-BE49-F238E27FC236}">
                <a16:creationId xmlns:a16="http://schemas.microsoft.com/office/drawing/2014/main" id="{96414332-9B32-7D7F-D2B4-9270FEBA8A6C}"/>
              </a:ext>
            </a:extLst>
          </p:cNvPr>
          <p:cNvSpPr>
            <a:spLocks noGrp="1" noRot="1" noChangeAspect="1" noEditPoints="1"/>
          </p:cNvSpPr>
          <p:nvPr>
            <p:ph type="sldImg"/>
          </p:nvPr>
        </p:nvSpPr>
        <p:spPr>
          <a:xfrm>
            <a:off x="177800" y="685800"/>
            <a:ext cx="6502400" cy="3429000"/>
          </a:xfrm>
          <a:prstGeom prst="rect">
            <a:avLst/>
          </a:prstGeom>
        </p:spPr>
        <p:txBody>
          <a:bodyPr/>
          <a:lstStyle/>
          <a:p>
            <a:endParaRPr/>
          </a:p>
        </p:txBody>
      </p:sp>
      <p:sp>
        <p:nvSpPr>
          <p:cNvPr id="3" name="Заполнитель текста 2">
            <a:extLst>
              <a:ext uri="{FF2B5EF4-FFF2-40B4-BE49-F238E27FC236}">
                <a16:creationId xmlns:a16="http://schemas.microsoft.com/office/drawing/2014/main" id="{20C422A5-D398-6A69-A87C-F6C1C94B3146}"/>
              </a:ext>
            </a:extLst>
          </p:cNvPr>
          <p:cNvSpPr>
            <a:spLocks noGrp="1" noEditPoints="1"/>
          </p:cNvSpPr>
          <p:nvPr>
            <p:ph type="body" idx="1"/>
          </p:nvPr>
        </p:nvSpPr>
        <p:spPr>
          <a:prstGeom prst="rect">
            <a:avLst/>
          </a:prstGeom>
        </p:spPr>
        <p:txBody>
          <a:bodyPr/>
          <a:lstStyle/>
          <a:p>
            <a:endParaRPr lang="en-US"/>
          </a:p>
        </p:txBody>
      </p:sp>
    </p:spTree>
    <p:extLst>
      <p:ext uri="{BB962C8B-B14F-4D97-AF65-F5344CB8AC3E}">
        <p14:creationId xmlns:p14="http://schemas.microsoft.com/office/powerpoint/2010/main" val="20788794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0CF90-348A-6101-6D88-3E4D43D10609}"/>
            </a:ext>
          </a:extLst>
        </p:cNvPr>
        <p:cNvGrpSpPr/>
        <p:nvPr/>
      </p:nvGrpSpPr>
      <p:grpSpPr>
        <a:xfrm>
          <a:off x="0" y="0"/>
          <a:ext cx="0" cy="0"/>
          <a:chOff x="0" y="0"/>
          <a:chExt cx="0" cy="0"/>
        </a:xfrm>
      </p:grpSpPr>
      <p:sp>
        <p:nvSpPr>
          <p:cNvPr id="2" name="Заполнитель изображения слайда 1">
            <a:extLst>
              <a:ext uri="{FF2B5EF4-FFF2-40B4-BE49-F238E27FC236}">
                <a16:creationId xmlns:a16="http://schemas.microsoft.com/office/drawing/2014/main" id="{F5A93778-D67D-526E-0CBD-9EA2C4AB7608}"/>
              </a:ext>
            </a:extLst>
          </p:cNvPr>
          <p:cNvSpPr>
            <a:spLocks noGrp="1" noRot="1" noChangeAspect="1" noEditPoints="1"/>
          </p:cNvSpPr>
          <p:nvPr>
            <p:ph type="sldImg"/>
          </p:nvPr>
        </p:nvSpPr>
        <p:spPr>
          <a:xfrm>
            <a:off x="177800" y="685800"/>
            <a:ext cx="6502400" cy="3429000"/>
          </a:xfrm>
          <a:prstGeom prst="rect">
            <a:avLst/>
          </a:prstGeom>
        </p:spPr>
        <p:txBody>
          <a:bodyPr/>
          <a:lstStyle/>
          <a:p>
            <a:endParaRPr/>
          </a:p>
        </p:txBody>
      </p:sp>
      <p:sp>
        <p:nvSpPr>
          <p:cNvPr id="3" name="Заполнитель текста 2">
            <a:extLst>
              <a:ext uri="{FF2B5EF4-FFF2-40B4-BE49-F238E27FC236}">
                <a16:creationId xmlns:a16="http://schemas.microsoft.com/office/drawing/2014/main" id="{1769B2B2-5F95-5EB3-43D8-FAA0EB280A97}"/>
              </a:ext>
            </a:extLst>
          </p:cNvPr>
          <p:cNvSpPr>
            <a:spLocks noGrp="1" noEditPoints="1"/>
          </p:cNvSpPr>
          <p:nvPr>
            <p:ph type="body" idx="1"/>
          </p:nvPr>
        </p:nvSpPr>
        <p:spPr>
          <a:prstGeom prst="rect">
            <a:avLst/>
          </a:prstGeom>
        </p:spPr>
        <p:txBody>
          <a:bodyPr/>
          <a:lstStyle/>
          <a:p>
            <a:endParaRPr lang="en-US"/>
          </a:p>
        </p:txBody>
      </p:sp>
    </p:spTree>
    <p:extLst>
      <p:ext uri="{BB962C8B-B14F-4D97-AF65-F5344CB8AC3E}">
        <p14:creationId xmlns:p14="http://schemas.microsoft.com/office/powerpoint/2010/main" val="28933145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D1A34-339E-5B5F-C31C-43A33BFE8BCE}"/>
            </a:ext>
          </a:extLst>
        </p:cNvPr>
        <p:cNvGrpSpPr/>
        <p:nvPr/>
      </p:nvGrpSpPr>
      <p:grpSpPr>
        <a:xfrm>
          <a:off x="0" y="0"/>
          <a:ext cx="0" cy="0"/>
          <a:chOff x="0" y="0"/>
          <a:chExt cx="0" cy="0"/>
        </a:xfrm>
      </p:grpSpPr>
      <p:sp>
        <p:nvSpPr>
          <p:cNvPr id="2" name="Заполнитель изображения слайда 1">
            <a:extLst>
              <a:ext uri="{FF2B5EF4-FFF2-40B4-BE49-F238E27FC236}">
                <a16:creationId xmlns:a16="http://schemas.microsoft.com/office/drawing/2014/main" id="{1A51F18E-FFA6-3429-AEAB-4B19E265916E}"/>
              </a:ext>
            </a:extLst>
          </p:cNvPr>
          <p:cNvSpPr>
            <a:spLocks noGrp="1" noRot="1" noChangeAspect="1" noEditPoints="1"/>
          </p:cNvSpPr>
          <p:nvPr>
            <p:ph type="sldImg"/>
          </p:nvPr>
        </p:nvSpPr>
        <p:spPr>
          <a:xfrm>
            <a:off x="177800" y="685800"/>
            <a:ext cx="6502400" cy="3429000"/>
          </a:xfrm>
          <a:prstGeom prst="rect">
            <a:avLst/>
          </a:prstGeom>
        </p:spPr>
        <p:txBody>
          <a:bodyPr/>
          <a:lstStyle/>
          <a:p>
            <a:endParaRPr/>
          </a:p>
        </p:txBody>
      </p:sp>
      <p:sp>
        <p:nvSpPr>
          <p:cNvPr id="3" name="Заполнитель текста 2">
            <a:extLst>
              <a:ext uri="{FF2B5EF4-FFF2-40B4-BE49-F238E27FC236}">
                <a16:creationId xmlns:a16="http://schemas.microsoft.com/office/drawing/2014/main" id="{5AC939C1-E54E-EBF0-07A0-7DF24CEC418B}"/>
              </a:ext>
            </a:extLst>
          </p:cNvPr>
          <p:cNvSpPr>
            <a:spLocks noGrp="1" noEditPoints="1"/>
          </p:cNvSpPr>
          <p:nvPr>
            <p:ph type="body" idx="1"/>
          </p:nvPr>
        </p:nvSpPr>
        <p:spPr>
          <a:prstGeom prst="rect">
            <a:avLst/>
          </a:prstGeom>
        </p:spPr>
        <p:txBody>
          <a:bodyPr/>
          <a:lstStyle/>
          <a:p>
            <a:endParaRPr lang="en-US"/>
          </a:p>
        </p:txBody>
      </p:sp>
    </p:spTree>
    <p:extLst>
      <p:ext uri="{BB962C8B-B14F-4D97-AF65-F5344CB8AC3E}">
        <p14:creationId xmlns:p14="http://schemas.microsoft.com/office/powerpoint/2010/main" val="41583386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896C1-77A7-B6DA-C489-469E95AFBAFA}"/>
            </a:ext>
          </a:extLst>
        </p:cNvPr>
        <p:cNvGrpSpPr/>
        <p:nvPr/>
      </p:nvGrpSpPr>
      <p:grpSpPr>
        <a:xfrm>
          <a:off x="0" y="0"/>
          <a:ext cx="0" cy="0"/>
          <a:chOff x="0" y="0"/>
          <a:chExt cx="0" cy="0"/>
        </a:xfrm>
      </p:grpSpPr>
      <p:sp>
        <p:nvSpPr>
          <p:cNvPr id="2" name="Заполнитель изображения слайда 1">
            <a:extLst>
              <a:ext uri="{FF2B5EF4-FFF2-40B4-BE49-F238E27FC236}">
                <a16:creationId xmlns:a16="http://schemas.microsoft.com/office/drawing/2014/main" id="{6BFB5DD2-01DA-03EE-B3E0-7543384D329D}"/>
              </a:ext>
            </a:extLst>
          </p:cNvPr>
          <p:cNvSpPr>
            <a:spLocks noGrp="1" noRot="1" noChangeAspect="1" noEditPoints="1"/>
          </p:cNvSpPr>
          <p:nvPr>
            <p:ph type="sldImg"/>
          </p:nvPr>
        </p:nvSpPr>
        <p:spPr>
          <a:xfrm>
            <a:off x="177800" y="685800"/>
            <a:ext cx="6502400" cy="3429000"/>
          </a:xfrm>
          <a:prstGeom prst="rect">
            <a:avLst/>
          </a:prstGeom>
        </p:spPr>
        <p:txBody>
          <a:bodyPr/>
          <a:lstStyle/>
          <a:p>
            <a:endParaRPr/>
          </a:p>
        </p:txBody>
      </p:sp>
      <p:sp>
        <p:nvSpPr>
          <p:cNvPr id="3" name="Заполнитель текста 2">
            <a:extLst>
              <a:ext uri="{FF2B5EF4-FFF2-40B4-BE49-F238E27FC236}">
                <a16:creationId xmlns:a16="http://schemas.microsoft.com/office/drawing/2014/main" id="{FBD666CE-1919-57E9-3608-283606399889}"/>
              </a:ext>
            </a:extLst>
          </p:cNvPr>
          <p:cNvSpPr>
            <a:spLocks noGrp="1" noEditPoints="1"/>
          </p:cNvSpPr>
          <p:nvPr>
            <p:ph type="body" idx="1"/>
          </p:nvPr>
        </p:nvSpPr>
        <p:spPr>
          <a:prstGeom prst="rect">
            <a:avLst/>
          </a:prstGeom>
        </p:spPr>
        <p:txBody>
          <a:bodyPr/>
          <a:lstStyle/>
          <a:p>
            <a:endParaRPr lang="en-US"/>
          </a:p>
        </p:txBody>
      </p:sp>
    </p:spTree>
    <p:extLst>
      <p:ext uri="{BB962C8B-B14F-4D97-AF65-F5344CB8AC3E}">
        <p14:creationId xmlns:p14="http://schemas.microsoft.com/office/powerpoint/2010/main" val="10723023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08878-2250-38FB-0296-EAC350B69C8A}"/>
            </a:ext>
          </a:extLst>
        </p:cNvPr>
        <p:cNvGrpSpPr/>
        <p:nvPr/>
      </p:nvGrpSpPr>
      <p:grpSpPr>
        <a:xfrm>
          <a:off x="0" y="0"/>
          <a:ext cx="0" cy="0"/>
          <a:chOff x="0" y="0"/>
          <a:chExt cx="0" cy="0"/>
        </a:xfrm>
      </p:grpSpPr>
      <p:sp>
        <p:nvSpPr>
          <p:cNvPr id="2" name="Заполнитель изображения слайда 1">
            <a:extLst>
              <a:ext uri="{FF2B5EF4-FFF2-40B4-BE49-F238E27FC236}">
                <a16:creationId xmlns:a16="http://schemas.microsoft.com/office/drawing/2014/main" id="{ABC0B527-84F7-71AB-CCAF-84443B8F7B39}"/>
              </a:ext>
            </a:extLst>
          </p:cNvPr>
          <p:cNvSpPr>
            <a:spLocks noGrp="1" noRot="1" noChangeAspect="1" noEditPoints="1"/>
          </p:cNvSpPr>
          <p:nvPr>
            <p:ph type="sldImg"/>
          </p:nvPr>
        </p:nvSpPr>
        <p:spPr>
          <a:xfrm>
            <a:off x="177800" y="685800"/>
            <a:ext cx="6502400" cy="3429000"/>
          </a:xfrm>
          <a:prstGeom prst="rect">
            <a:avLst/>
          </a:prstGeom>
        </p:spPr>
        <p:txBody>
          <a:bodyPr/>
          <a:lstStyle/>
          <a:p>
            <a:endParaRPr/>
          </a:p>
        </p:txBody>
      </p:sp>
      <p:sp>
        <p:nvSpPr>
          <p:cNvPr id="3" name="Заполнитель текста 2">
            <a:extLst>
              <a:ext uri="{FF2B5EF4-FFF2-40B4-BE49-F238E27FC236}">
                <a16:creationId xmlns:a16="http://schemas.microsoft.com/office/drawing/2014/main" id="{2B6C2B2C-D065-F39B-4972-8C5B1A8C8C6E}"/>
              </a:ext>
            </a:extLst>
          </p:cNvPr>
          <p:cNvSpPr>
            <a:spLocks noGrp="1" noEditPoints="1"/>
          </p:cNvSpPr>
          <p:nvPr>
            <p:ph type="body" idx="1"/>
          </p:nvPr>
        </p:nvSpPr>
        <p:spPr>
          <a:prstGeom prst="rect">
            <a:avLst/>
          </a:prstGeom>
        </p:spPr>
        <p:txBody>
          <a:bodyPr/>
          <a:lstStyle/>
          <a:p>
            <a:endParaRPr lang="en-US"/>
          </a:p>
        </p:txBody>
      </p:sp>
    </p:spTree>
    <p:extLst>
      <p:ext uri="{BB962C8B-B14F-4D97-AF65-F5344CB8AC3E}">
        <p14:creationId xmlns:p14="http://schemas.microsoft.com/office/powerpoint/2010/main" val="16955778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14D63-C1D9-8B41-E6D6-04D6394E505F}"/>
            </a:ext>
          </a:extLst>
        </p:cNvPr>
        <p:cNvGrpSpPr/>
        <p:nvPr/>
      </p:nvGrpSpPr>
      <p:grpSpPr>
        <a:xfrm>
          <a:off x="0" y="0"/>
          <a:ext cx="0" cy="0"/>
          <a:chOff x="0" y="0"/>
          <a:chExt cx="0" cy="0"/>
        </a:xfrm>
      </p:grpSpPr>
      <p:sp>
        <p:nvSpPr>
          <p:cNvPr id="2" name="Заполнитель изображения слайда 1">
            <a:extLst>
              <a:ext uri="{FF2B5EF4-FFF2-40B4-BE49-F238E27FC236}">
                <a16:creationId xmlns:a16="http://schemas.microsoft.com/office/drawing/2014/main" id="{DB403CC9-D188-7A72-E794-303DA33B762E}"/>
              </a:ext>
            </a:extLst>
          </p:cNvPr>
          <p:cNvSpPr>
            <a:spLocks noGrp="1" noRot="1" noChangeAspect="1" noEditPoints="1"/>
          </p:cNvSpPr>
          <p:nvPr>
            <p:ph type="sldImg"/>
          </p:nvPr>
        </p:nvSpPr>
        <p:spPr>
          <a:xfrm>
            <a:off x="177800" y="685800"/>
            <a:ext cx="6502400" cy="3429000"/>
          </a:xfrm>
          <a:prstGeom prst="rect">
            <a:avLst/>
          </a:prstGeom>
        </p:spPr>
        <p:txBody>
          <a:bodyPr/>
          <a:lstStyle/>
          <a:p>
            <a:endParaRPr/>
          </a:p>
        </p:txBody>
      </p:sp>
      <p:sp>
        <p:nvSpPr>
          <p:cNvPr id="3" name="Заполнитель текста 2">
            <a:extLst>
              <a:ext uri="{FF2B5EF4-FFF2-40B4-BE49-F238E27FC236}">
                <a16:creationId xmlns:a16="http://schemas.microsoft.com/office/drawing/2014/main" id="{9C0AA456-63B0-0551-49EF-0460BE41A1D1}"/>
              </a:ext>
            </a:extLst>
          </p:cNvPr>
          <p:cNvSpPr>
            <a:spLocks noGrp="1" noEditPoints="1"/>
          </p:cNvSpPr>
          <p:nvPr>
            <p:ph type="body" idx="1"/>
          </p:nvPr>
        </p:nvSpPr>
        <p:spPr>
          <a:prstGeom prst="rect">
            <a:avLst/>
          </a:prstGeom>
        </p:spPr>
        <p:txBody>
          <a:bodyPr/>
          <a:lstStyle/>
          <a:p>
            <a:endParaRPr lang="en-US"/>
          </a:p>
        </p:txBody>
      </p:sp>
    </p:spTree>
    <p:extLst>
      <p:ext uri="{BB962C8B-B14F-4D97-AF65-F5344CB8AC3E}">
        <p14:creationId xmlns:p14="http://schemas.microsoft.com/office/powerpoint/2010/main" val="8761020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85056-162D-ED53-6396-10E48808EB60}"/>
            </a:ext>
          </a:extLst>
        </p:cNvPr>
        <p:cNvGrpSpPr/>
        <p:nvPr/>
      </p:nvGrpSpPr>
      <p:grpSpPr>
        <a:xfrm>
          <a:off x="0" y="0"/>
          <a:ext cx="0" cy="0"/>
          <a:chOff x="0" y="0"/>
          <a:chExt cx="0" cy="0"/>
        </a:xfrm>
      </p:grpSpPr>
      <p:sp>
        <p:nvSpPr>
          <p:cNvPr id="2" name="Заполнитель изображения слайда 1">
            <a:extLst>
              <a:ext uri="{FF2B5EF4-FFF2-40B4-BE49-F238E27FC236}">
                <a16:creationId xmlns:a16="http://schemas.microsoft.com/office/drawing/2014/main" id="{7FBEAFB7-9CE2-78EB-1E3A-6F2242C5D008}"/>
              </a:ext>
            </a:extLst>
          </p:cNvPr>
          <p:cNvSpPr>
            <a:spLocks noGrp="1" noRot="1" noChangeAspect="1" noEditPoints="1"/>
          </p:cNvSpPr>
          <p:nvPr>
            <p:ph type="sldImg"/>
          </p:nvPr>
        </p:nvSpPr>
        <p:spPr>
          <a:xfrm>
            <a:off x="177800" y="685800"/>
            <a:ext cx="6502400" cy="3429000"/>
          </a:xfrm>
          <a:prstGeom prst="rect">
            <a:avLst/>
          </a:prstGeom>
        </p:spPr>
        <p:txBody>
          <a:bodyPr/>
          <a:lstStyle/>
          <a:p>
            <a:endParaRPr/>
          </a:p>
        </p:txBody>
      </p:sp>
      <p:sp>
        <p:nvSpPr>
          <p:cNvPr id="3" name="Заполнитель текста 2">
            <a:extLst>
              <a:ext uri="{FF2B5EF4-FFF2-40B4-BE49-F238E27FC236}">
                <a16:creationId xmlns:a16="http://schemas.microsoft.com/office/drawing/2014/main" id="{94FAA83F-1819-35C0-F72E-CAFBF40BBA16}"/>
              </a:ext>
            </a:extLst>
          </p:cNvPr>
          <p:cNvSpPr>
            <a:spLocks noGrp="1" noEditPoints="1"/>
          </p:cNvSpPr>
          <p:nvPr>
            <p:ph type="body" idx="1"/>
          </p:nvPr>
        </p:nvSpPr>
        <p:spPr>
          <a:prstGeom prst="rect">
            <a:avLst/>
          </a:prstGeom>
        </p:spPr>
        <p:txBody>
          <a:bodyPr/>
          <a:lstStyle/>
          <a:p>
            <a:endParaRPr lang="en-US"/>
          </a:p>
        </p:txBody>
      </p:sp>
    </p:spTree>
    <p:extLst>
      <p:ext uri="{BB962C8B-B14F-4D97-AF65-F5344CB8AC3E}">
        <p14:creationId xmlns:p14="http://schemas.microsoft.com/office/powerpoint/2010/main" val="4032282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полнитель изображения слайда 1"/>
          <p:cNvSpPr>
            <a:spLocks noGrp="1" noRot="1" noChangeAspect="1" noEditPoints="1"/>
          </p:cNvSpPr>
          <p:nvPr>
            <p:ph type="sldImg"/>
          </p:nvPr>
        </p:nvSpPr>
        <p:spPr>
          <a:xfrm>
            <a:off x="178461" y="685800"/>
            <a:ext cx="6501078" cy="3429000"/>
          </a:xfrm>
          <a:prstGeom prst="rect">
            <a:avLst/>
          </a:prstGeom>
        </p:spPr>
        <p:txBody>
          <a:bodyPr/>
          <a:lstStyle/>
          <a:p>
            <a:endParaRPr/>
          </a:p>
        </p:txBody>
      </p:sp>
      <p:sp>
        <p:nvSpPr>
          <p:cNvPr id="3" name="Заполнитель текста 2"/>
          <p:cNvSpPr>
            <a:spLocks noGrp="1" noEditPoints="1"/>
          </p:cNvSpPr>
          <p:nvPr>
            <p:ph type="body" idx="1"/>
          </p:nvPr>
        </p:nvSpPr>
        <p:spPr>
          <a:prstGeom prst="rect">
            <a:avLst/>
          </a:pr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Пустой слайд">
    <p:spTree>
      <p:nvGrpSpPr>
        <p:cNvPr id="1" name=""/>
        <p:cNvGrpSpPr/>
        <p:nvPr/>
      </p:nvGrpSpPr>
      <p:grpSpPr>
        <a:xfrm>
          <a:off x="0" y="0"/>
          <a:ext cx="0" cy="0"/>
          <a:chOff x="0" y="0"/>
          <a:chExt cx="0" cy="0"/>
        </a:xfrm>
      </p:grpSpPr>
      <p:sp>
        <p:nvSpPr>
          <p:cNvPr id="16" name="Номер слайда"/>
          <p:cNvSpPr>
            <a:spLocks noGrp="1" noEditPoints="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1_Пустой слайд">
    <p:spTree>
      <p:nvGrpSpPr>
        <p:cNvPr id="1" name=""/>
        <p:cNvGrpSpPr/>
        <p:nvPr/>
      </p:nvGrpSpPr>
      <p:grpSpPr>
        <a:xfrm>
          <a:off x="0" y="0"/>
          <a:ext cx="0" cy="0"/>
          <a:chOff x="0" y="0"/>
          <a:chExt cx="0" cy="0"/>
        </a:xfrm>
      </p:grpSpPr>
      <p:pic>
        <p:nvPicPr>
          <p:cNvPr id="23" name="Рисунок 9" descr="Рисунок 9"/>
          <p:cNvPicPr>
            <a:picLocks noChangeAspect="1"/>
          </p:cNvPicPr>
          <p:nvPr/>
        </p:nvPicPr>
        <p:blipFill>
          <a:blip r:embed="rId2"/>
          <a:srcRect/>
          <a:stretch>
            <a:fillRect/>
          </a:stretch>
        </p:blipFill>
        <p:spPr>
          <a:xfrm>
            <a:off x="10856487" y="124476"/>
            <a:ext cx="1574790" cy="687183"/>
          </a:xfrm>
          <a:prstGeom prst="rect">
            <a:avLst/>
          </a:prstGeom>
          <a:ln w="12700">
            <a:miter lim="400000"/>
          </a:ln>
        </p:spPr>
      </p:pic>
      <p:sp>
        <p:nvSpPr>
          <p:cNvPr id="24" name="Прямоугольник 4"/>
          <p:cNvSpPr/>
          <p:nvPr/>
        </p:nvSpPr>
        <p:spPr>
          <a:xfrm>
            <a:off x="-3244" y="288565"/>
            <a:ext cx="894269" cy="319820"/>
          </a:xfrm>
          <a:prstGeom prst="rect">
            <a:avLst/>
          </a:prstGeom>
          <a:solidFill>
            <a:schemeClr val="accent1"/>
          </a:solidFill>
          <a:ln w="12700">
            <a:miter lim="400000"/>
          </a:ln>
        </p:spPr>
        <p:txBody>
          <a:bodyPr lIns="45719" rIns="45719" anchor="ctr"/>
          <a:lstStyle/>
          <a:p>
            <a:pPr algn="ctr"/>
            <a:endParaRPr/>
          </a:p>
        </p:txBody>
      </p:sp>
      <p:sp>
        <p:nvSpPr>
          <p:cNvPr id="25" name="TextBox 10"/>
          <p:cNvSpPr txBox="1"/>
          <p:nvPr/>
        </p:nvSpPr>
        <p:spPr>
          <a:xfrm>
            <a:off x="600118" y="6407915"/>
            <a:ext cx="524201" cy="288825"/>
          </a:xfrm>
          <a:prstGeom prst="rect">
            <a:avLst/>
          </a:prstGeom>
          <a:ln w="12700">
            <a:miter lim="400000"/>
          </a:ln>
        </p:spPr>
        <p:txBody>
          <a:bodyPr lIns="45719" rIns="45719">
            <a:spAutoFit/>
          </a:bodyPr>
          <a:lstStyle>
            <a:lvl1pPr>
              <a:defRPr sz="1400">
                <a:solidFill>
                  <a:srgbClr val="808080"/>
                </a:solidFill>
              </a:defRPr>
            </a:lvl1pPr>
          </a:lstStyle>
          <a:p>
            <a:r>
              <a:t>2023</a:t>
            </a:r>
          </a:p>
        </p:txBody>
      </p:sp>
      <p:sp>
        <p:nvSpPr>
          <p:cNvPr id="26" name="Straight Connector 11"/>
          <p:cNvSpPr/>
          <p:nvPr/>
        </p:nvSpPr>
        <p:spPr>
          <a:xfrm>
            <a:off x="1258528" y="6571636"/>
            <a:ext cx="2303435" cy="1"/>
          </a:xfrm>
          <a:prstGeom prst="line">
            <a:avLst/>
          </a:prstGeom>
          <a:ln w="19050">
            <a:solidFill>
              <a:srgbClr val="808080"/>
            </a:solidFill>
            <a:miter/>
          </a:ln>
        </p:spPr>
        <p:txBody>
          <a:bodyPr lIns="45719" rIns="45719"/>
          <a:lstStyle/>
          <a:p>
            <a:endParaRPr/>
          </a:p>
        </p:txBody>
      </p:sp>
      <p:sp>
        <p:nvSpPr>
          <p:cNvPr id="27" name="Номер слайда"/>
          <p:cNvSpPr>
            <a:spLocks noGrp="1" noEditPoints="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Титульный слайд">
    <p:spTree>
      <p:nvGrpSpPr>
        <p:cNvPr id="1" name=""/>
        <p:cNvGrpSpPr/>
        <p:nvPr/>
      </p:nvGrpSpPr>
      <p:grpSpPr>
        <a:xfrm>
          <a:off x="0" y="0"/>
          <a:ext cx="0" cy="0"/>
          <a:chOff x="0" y="0"/>
          <a:chExt cx="0" cy="0"/>
        </a:xfrm>
      </p:grpSpPr>
      <p:pic>
        <p:nvPicPr>
          <p:cNvPr id="34" name="Рисунок 9" descr="Рисунок 9"/>
          <p:cNvPicPr>
            <a:picLocks noChangeAspect="1"/>
          </p:cNvPicPr>
          <p:nvPr/>
        </p:nvPicPr>
        <p:blipFill>
          <a:blip r:embed="rId2"/>
          <a:srcRect/>
          <a:stretch>
            <a:fillRect/>
          </a:stretch>
        </p:blipFill>
        <p:spPr>
          <a:xfrm>
            <a:off x="10856487" y="124476"/>
            <a:ext cx="1574790" cy="687183"/>
          </a:xfrm>
          <a:prstGeom prst="rect">
            <a:avLst/>
          </a:prstGeom>
          <a:ln w="12700">
            <a:miter lim="400000"/>
          </a:ln>
        </p:spPr>
      </p:pic>
      <p:sp>
        <p:nvSpPr>
          <p:cNvPr id="35" name="Прямоугольник 4"/>
          <p:cNvSpPr/>
          <p:nvPr/>
        </p:nvSpPr>
        <p:spPr>
          <a:xfrm>
            <a:off x="-3244" y="288565"/>
            <a:ext cx="894269" cy="319820"/>
          </a:xfrm>
          <a:prstGeom prst="rect">
            <a:avLst/>
          </a:prstGeom>
          <a:solidFill>
            <a:schemeClr val="accent1"/>
          </a:solidFill>
          <a:ln w="12700">
            <a:miter lim="400000"/>
          </a:ln>
        </p:spPr>
        <p:txBody>
          <a:bodyPr lIns="45719" rIns="45719" anchor="ctr"/>
          <a:lstStyle/>
          <a:p>
            <a:pPr algn="ctr"/>
            <a:endParaRPr/>
          </a:p>
        </p:txBody>
      </p:sp>
      <p:sp>
        <p:nvSpPr>
          <p:cNvPr id="36" name="TextBox 8"/>
          <p:cNvSpPr txBox="1"/>
          <p:nvPr/>
        </p:nvSpPr>
        <p:spPr>
          <a:xfrm>
            <a:off x="600118" y="6407915"/>
            <a:ext cx="524201" cy="288825"/>
          </a:xfrm>
          <a:prstGeom prst="rect">
            <a:avLst/>
          </a:prstGeom>
          <a:ln w="12700">
            <a:miter lim="400000"/>
          </a:ln>
        </p:spPr>
        <p:txBody>
          <a:bodyPr lIns="45719" rIns="45719">
            <a:spAutoFit/>
          </a:bodyPr>
          <a:lstStyle>
            <a:lvl1pPr>
              <a:defRPr sz="1400">
                <a:solidFill>
                  <a:srgbClr val="808080"/>
                </a:solidFill>
              </a:defRPr>
            </a:lvl1pPr>
          </a:lstStyle>
          <a:p>
            <a:r>
              <a:t>2023</a:t>
            </a:r>
          </a:p>
        </p:txBody>
      </p:sp>
      <p:sp>
        <p:nvSpPr>
          <p:cNvPr id="37" name="Straight Connector 9"/>
          <p:cNvSpPr/>
          <p:nvPr/>
        </p:nvSpPr>
        <p:spPr>
          <a:xfrm>
            <a:off x="1258528" y="6571636"/>
            <a:ext cx="2303435" cy="1"/>
          </a:xfrm>
          <a:prstGeom prst="line">
            <a:avLst/>
          </a:prstGeom>
          <a:ln w="19050">
            <a:solidFill>
              <a:srgbClr val="808080"/>
            </a:solidFill>
            <a:miter/>
          </a:ln>
        </p:spPr>
        <p:txBody>
          <a:bodyPr lIns="45719" rIns="45719"/>
          <a:lstStyle/>
          <a:p>
            <a:endParaRPr/>
          </a:p>
        </p:txBody>
      </p:sp>
      <p:sp>
        <p:nvSpPr>
          <p:cNvPr id="38" name="Образец заголовка"/>
          <p:cNvSpPr>
            <a:spLocks noGrp="1" noEditPoints="1"/>
          </p:cNvSpPr>
          <p:nvPr>
            <p:ph type="title" hasCustomPrompt="1"/>
          </p:nvPr>
        </p:nvSpPr>
        <p:spPr>
          <a:xfrm>
            <a:off x="1620044" y="1119505"/>
            <a:ext cx="9720264" cy="2381521"/>
          </a:xfrm>
          <a:prstGeom prst="rect">
            <a:avLst/>
          </a:prstGeom>
        </p:spPr>
        <p:txBody>
          <a:bodyPr anchor="b">
            <a:normAutofit/>
          </a:bodyPr>
          <a:lstStyle/>
          <a:p>
            <a:r>
              <a:t>Образец заголовка</a:t>
            </a:r>
          </a:p>
        </p:txBody>
      </p:sp>
      <p:sp>
        <p:nvSpPr>
          <p:cNvPr id="39" name="Уровень текста 1…"/>
          <p:cNvSpPr>
            <a:spLocks noGrp="1" noEditPoints="1"/>
          </p:cNvSpPr>
          <p:nvPr>
            <p:ph type="body" sz="quarter" idx="1"/>
          </p:nvPr>
        </p:nvSpPr>
        <p:spPr>
          <a:xfrm>
            <a:off x="1620044" y="3592865"/>
            <a:ext cx="9720264" cy="1651548"/>
          </a:xfrm>
          <a:prstGeom prst="rect">
            <a:avLst/>
          </a:prstGeom>
        </p:spPr>
        <p:txBody>
          <a:bodyPr>
            <a:normAutofit/>
          </a:bodyPr>
          <a:lstStyle>
            <a:lvl1pPr>
              <a:defRPr sz="2400" b="1"/>
            </a:lvl1pPr>
            <a:lvl2pPr indent="456056">
              <a:defRPr sz="2400" b="1"/>
            </a:lvl2pPr>
            <a:lvl3pPr indent="912113">
              <a:defRPr sz="2400" b="1"/>
            </a:lvl3pPr>
            <a:lvl4pPr indent="1368171">
              <a:defRPr sz="2400" b="1"/>
            </a:lvl4pPr>
            <a:lvl5pPr indent="1824227">
              <a:defRPr sz="2400" b="1"/>
            </a:lvl5pPr>
          </a:lstStyle>
          <a:p>
            <a:pPr lvl="0"/>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
        <p:nvSpPr>
          <p:cNvPr id="40" name="Номер слайда"/>
          <p:cNvSpPr>
            <a:spLocks noGrp="1" noEditPoints="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1_Титульный слайд">
    <p:spTree>
      <p:nvGrpSpPr>
        <p:cNvPr id="1" name=""/>
        <p:cNvGrpSpPr/>
        <p:nvPr/>
      </p:nvGrpSpPr>
      <p:grpSpPr>
        <a:xfrm>
          <a:off x="0" y="0"/>
          <a:ext cx="0" cy="0"/>
          <a:chOff x="0" y="0"/>
          <a:chExt cx="0" cy="0"/>
        </a:xfrm>
      </p:grpSpPr>
      <p:pic>
        <p:nvPicPr>
          <p:cNvPr id="47" name="Рисунок 9" descr="Рисунок 9"/>
          <p:cNvPicPr>
            <a:picLocks noChangeAspect="1"/>
          </p:cNvPicPr>
          <p:nvPr/>
        </p:nvPicPr>
        <p:blipFill>
          <a:blip r:embed="rId2"/>
          <a:srcRect/>
          <a:stretch>
            <a:fillRect/>
          </a:stretch>
        </p:blipFill>
        <p:spPr>
          <a:xfrm>
            <a:off x="10856487" y="124476"/>
            <a:ext cx="1574790" cy="687183"/>
          </a:xfrm>
          <a:prstGeom prst="rect">
            <a:avLst/>
          </a:prstGeom>
          <a:ln w="12700">
            <a:miter lim="400000"/>
          </a:ln>
        </p:spPr>
      </p:pic>
      <p:sp>
        <p:nvSpPr>
          <p:cNvPr id="48" name="Прямоугольник 4"/>
          <p:cNvSpPr/>
          <p:nvPr/>
        </p:nvSpPr>
        <p:spPr>
          <a:xfrm>
            <a:off x="-3244" y="288565"/>
            <a:ext cx="894269" cy="319820"/>
          </a:xfrm>
          <a:prstGeom prst="rect">
            <a:avLst/>
          </a:prstGeom>
          <a:solidFill>
            <a:schemeClr val="accent1"/>
          </a:solidFill>
          <a:ln w="12700">
            <a:miter lim="400000"/>
          </a:ln>
        </p:spPr>
        <p:txBody>
          <a:bodyPr lIns="45719" rIns="45719" anchor="ctr"/>
          <a:lstStyle/>
          <a:p>
            <a:pPr algn="ctr"/>
            <a:endParaRPr/>
          </a:p>
        </p:txBody>
      </p:sp>
      <p:sp>
        <p:nvSpPr>
          <p:cNvPr id="49" name="TextBox 9"/>
          <p:cNvSpPr txBox="1"/>
          <p:nvPr/>
        </p:nvSpPr>
        <p:spPr>
          <a:xfrm>
            <a:off x="600118" y="6407915"/>
            <a:ext cx="524201" cy="288825"/>
          </a:xfrm>
          <a:prstGeom prst="rect">
            <a:avLst/>
          </a:prstGeom>
          <a:ln w="12700">
            <a:miter lim="400000"/>
          </a:ln>
        </p:spPr>
        <p:txBody>
          <a:bodyPr lIns="45719" rIns="45719">
            <a:spAutoFit/>
          </a:bodyPr>
          <a:lstStyle>
            <a:lvl1pPr>
              <a:defRPr sz="1400">
                <a:solidFill>
                  <a:srgbClr val="808080"/>
                </a:solidFill>
              </a:defRPr>
            </a:lvl1pPr>
          </a:lstStyle>
          <a:p>
            <a:r>
              <a:t>2023</a:t>
            </a:r>
          </a:p>
        </p:txBody>
      </p:sp>
      <p:sp>
        <p:nvSpPr>
          <p:cNvPr id="50" name="Straight Connector 10"/>
          <p:cNvSpPr/>
          <p:nvPr/>
        </p:nvSpPr>
        <p:spPr>
          <a:xfrm>
            <a:off x="1258528" y="6571636"/>
            <a:ext cx="2303435" cy="1"/>
          </a:xfrm>
          <a:prstGeom prst="line">
            <a:avLst/>
          </a:prstGeom>
          <a:ln w="19050">
            <a:solidFill>
              <a:srgbClr val="808080"/>
            </a:solidFill>
            <a:miter/>
          </a:ln>
        </p:spPr>
        <p:txBody>
          <a:bodyPr lIns="45719" rIns="45719"/>
          <a:lstStyle/>
          <a:p>
            <a:endParaRPr/>
          </a:p>
        </p:txBody>
      </p:sp>
      <p:sp>
        <p:nvSpPr>
          <p:cNvPr id="51" name="Образец заголовка"/>
          <p:cNvSpPr>
            <a:spLocks noGrp="1" noEditPoints="1"/>
          </p:cNvSpPr>
          <p:nvPr>
            <p:ph type="title" hasCustomPrompt="1"/>
          </p:nvPr>
        </p:nvSpPr>
        <p:spPr>
          <a:xfrm>
            <a:off x="900000" y="919196"/>
            <a:ext cx="8649708" cy="535140"/>
          </a:xfrm>
          <a:prstGeom prst="rect">
            <a:avLst/>
          </a:prstGeom>
        </p:spPr>
        <p:txBody>
          <a:bodyPr>
            <a:normAutofit/>
          </a:bodyPr>
          <a:lstStyle/>
          <a:p>
            <a:r>
              <a:t>Образец заголовка</a:t>
            </a:r>
          </a:p>
        </p:txBody>
      </p:sp>
      <p:sp>
        <p:nvSpPr>
          <p:cNvPr id="52" name="Уровень текста 1…"/>
          <p:cNvSpPr>
            <a:spLocks noGrp="1" noEditPoints="1"/>
          </p:cNvSpPr>
          <p:nvPr>
            <p:ph type="body" sz="quarter" idx="1"/>
          </p:nvPr>
        </p:nvSpPr>
        <p:spPr>
          <a:xfrm>
            <a:off x="4981302" y="2751908"/>
            <a:ext cx="6696893" cy="2492505"/>
          </a:xfrm>
          <a:prstGeom prst="rect">
            <a:avLst/>
          </a:prstGeom>
        </p:spPr>
        <p:txBody>
          <a:bodyPr>
            <a:normAutofit/>
          </a:bodyPr>
          <a:lstStyle>
            <a:lvl1pPr>
              <a:defRPr sz="3600" b="1">
                <a:solidFill>
                  <a:schemeClr val="accent1"/>
                </a:solidFill>
              </a:defRPr>
            </a:lvl1pPr>
            <a:lvl2pPr indent="456056">
              <a:defRPr sz="3600" b="1">
                <a:solidFill>
                  <a:schemeClr val="accent1"/>
                </a:solidFill>
              </a:defRPr>
            </a:lvl2pPr>
            <a:lvl3pPr indent="912113">
              <a:defRPr sz="3600" b="1">
                <a:solidFill>
                  <a:schemeClr val="accent1"/>
                </a:solidFill>
              </a:defRPr>
            </a:lvl3pPr>
            <a:lvl4pPr indent="1368171">
              <a:defRPr sz="3600" b="1">
                <a:solidFill>
                  <a:schemeClr val="accent1"/>
                </a:solidFill>
              </a:defRPr>
            </a:lvl4pPr>
            <a:lvl5pPr indent="1824227">
              <a:defRPr sz="3600" b="1">
                <a:solidFill>
                  <a:schemeClr val="accent1"/>
                </a:solidFill>
              </a:defRPr>
            </a:lvl5pPr>
          </a:lstStyle>
          <a:p>
            <a:pPr lvl="0"/>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
        <p:nvSpPr>
          <p:cNvPr id="53" name="Номер слайда"/>
          <p:cNvSpPr>
            <a:spLocks noGrp="1" noEditPoints="1"/>
          </p:cNvSpPr>
          <p:nvPr>
            <p:ph type="sldNum" sz="quarter" idx="2"/>
          </p:nvPr>
        </p:nvSpPr>
        <p:spPr>
          <a:prstGeom prst="rect">
            <a:avLst/>
          </a:prstGeom>
        </p:spPr>
        <p:txBody>
          <a:bodyPr/>
          <a:lstStyle/>
          <a:p>
            <a:fld id="{86CB4B4D-7CA3-9044-876B-883B54F8677D}" type="slidenum">
              <a:t>‹#›</a:t>
            </a:fld>
            <a:endParaRPr/>
          </a:p>
        </p:txBody>
      </p:sp>
      <p:sp>
        <p:nvSpPr>
          <p:cNvPr id="54" name="Text Placeholder 3"/>
          <p:cNvSpPr>
            <a:spLocks noGrp="1" noEditPoints="1"/>
          </p:cNvSpPr>
          <p:nvPr>
            <p:ph type="body" sz="quarter" idx="21"/>
          </p:nvPr>
        </p:nvSpPr>
        <p:spPr>
          <a:xfrm>
            <a:off x="900112" y="1625000"/>
            <a:ext cx="2916080" cy="4304163"/>
          </a:xfrm>
          <a:prstGeom prst="rect">
            <a:avLst/>
          </a:prstGeom>
        </p:spPr>
        <p:txBody>
          <a:bodyPr>
            <a:normAutofit/>
          </a:bodyPr>
          <a:lstStyle/>
          <a:p>
            <a:pPr lvl="0"/>
            <a:endParaRPr/>
          </a:p>
        </p:txBody>
      </p:sp>
    </p:spTree>
  </p:cSld>
  <p:clrMapOvr>
    <a:masterClrMapping/>
  </p:clrMapOvr>
  <p:transition spd="med"/>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2_Титульный слайд">
    <p:spTree>
      <p:nvGrpSpPr>
        <p:cNvPr id="1" name=""/>
        <p:cNvGrpSpPr/>
        <p:nvPr/>
      </p:nvGrpSpPr>
      <p:grpSpPr>
        <a:xfrm>
          <a:off x="0" y="0"/>
          <a:ext cx="0" cy="0"/>
          <a:chOff x="0" y="0"/>
          <a:chExt cx="0" cy="0"/>
        </a:xfrm>
      </p:grpSpPr>
      <p:sp>
        <p:nvSpPr>
          <p:cNvPr id="61" name="Rectangle 10"/>
          <p:cNvSpPr/>
          <p:nvPr/>
        </p:nvSpPr>
        <p:spPr>
          <a:xfrm>
            <a:off x="0" y="0"/>
            <a:ext cx="12960350" cy="6840538"/>
          </a:xfrm>
          <a:prstGeom prst="rect">
            <a:avLst/>
          </a:prstGeom>
          <a:solidFill>
            <a:schemeClr val="accent1"/>
          </a:solidFill>
          <a:ln w="12700">
            <a:solidFill>
              <a:srgbClr val="770127"/>
            </a:solidFill>
            <a:miter/>
          </a:ln>
        </p:spPr>
        <p:txBody>
          <a:bodyPr lIns="45719" rIns="45719" anchor="ctr"/>
          <a:lstStyle/>
          <a:p>
            <a:pPr algn="ctr"/>
            <a:endParaRPr/>
          </a:p>
        </p:txBody>
      </p:sp>
      <p:sp>
        <p:nvSpPr>
          <p:cNvPr id="62" name="Уровень текста 1…"/>
          <p:cNvSpPr>
            <a:spLocks noGrp="1" noEditPoints="1"/>
          </p:cNvSpPr>
          <p:nvPr>
            <p:ph type="body" sz="quarter" idx="1"/>
          </p:nvPr>
        </p:nvSpPr>
        <p:spPr>
          <a:xfrm>
            <a:off x="3300546" y="2269023"/>
            <a:ext cx="6871064" cy="2492504"/>
          </a:xfrm>
          <a:prstGeom prst="rect">
            <a:avLst/>
          </a:prstGeom>
        </p:spPr>
        <p:txBody>
          <a:bodyPr>
            <a:normAutofit/>
          </a:bodyPr>
          <a:lstStyle>
            <a:lvl1pPr>
              <a:defRPr sz="3600" b="1">
                <a:solidFill>
                  <a:srgbClr val="FFFFFF"/>
                </a:solidFill>
              </a:defRPr>
            </a:lvl1pPr>
            <a:lvl2pPr indent="456056">
              <a:defRPr sz="3600" b="1">
                <a:solidFill>
                  <a:srgbClr val="FFFFFF"/>
                </a:solidFill>
              </a:defRPr>
            </a:lvl2pPr>
            <a:lvl3pPr indent="912113">
              <a:defRPr sz="3600" b="1">
                <a:solidFill>
                  <a:srgbClr val="FFFFFF"/>
                </a:solidFill>
              </a:defRPr>
            </a:lvl3pPr>
            <a:lvl4pPr indent="1368171">
              <a:defRPr sz="3600" b="1">
                <a:solidFill>
                  <a:srgbClr val="FFFFFF"/>
                </a:solidFill>
              </a:defRPr>
            </a:lvl4pPr>
            <a:lvl5pPr indent="1824227">
              <a:defRPr sz="3600" b="1">
                <a:solidFill>
                  <a:srgbClr val="FFFFFF"/>
                </a:solidFill>
              </a:defRPr>
            </a:lvl5pPr>
          </a:lstStyle>
          <a:p>
            <a:pPr lvl="0"/>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
        <p:nvSpPr>
          <p:cNvPr id="63" name="Прямоугольник 4"/>
          <p:cNvSpPr/>
          <p:nvPr/>
        </p:nvSpPr>
        <p:spPr>
          <a:xfrm>
            <a:off x="-3244" y="288565"/>
            <a:ext cx="894269" cy="319820"/>
          </a:xfrm>
          <a:prstGeom prst="rect">
            <a:avLst/>
          </a:prstGeom>
          <a:solidFill>
            <a:srgbClr val="FFFFFF"/>
          </a:solidFill>
          <a:ln w="12700">
            <a:miter lim="400000"/>
          </a:ln>
        </p:spPr>
        <p:txBody>
          <a:bodyPr lIns="45719" rIns="45719" anchor="ctr"/>
          <a:lstStyle/>
          <a:p>
            <a:pPr algn="ctr"/>
            <a:endParaRPr/>
          </a:p>
        </p:txBody>
      </p:sp>
      <p:sp>
        <p:nvSpPr>
          <p:cNvPr id="64" name="Номер слайда"/>
          <p:cNvSpPr>
            <a:spLocks noGrp="1" noEditPoints="1"/>
          </p:cNvSpPr>
          <p:nvPr>
            <p:ph type="sldNum" sz="quarter" idx="2"/>
          </p:nvPr>
        </p:nvSpPr>
        <p:spPr>
          <a:prstGeom prst="rect">
            <a:avLst/>
          </a:prstGeom>
        </p:spPr>
        <p:txBody>
          <a:bodyPr/>
          <a:lstStyle>
            <a:lvl1pPr>
              <a:defRPr>
                <a:solidFill>
                  <a:srgbClr val="BE003E"/>
                </a:solidFill>
              </a:defRPr>
            </a:lvl1pPr>
          </a:lstStyle>
          <a:p>
            <a:fld id="{86CB4B4D-7CA3-9044-876B-883B54F8677D}" type="slidenum">
              <a:t>‹#›</a:t>
            </a:fld>
            <a:endParaRPr/>
          </a:p>
        </p:txBody>
      </p:sp>
      <p:pic>
        <p:nvPicPr>
          <p:cNvPr id="65" name="Picture 16" descr="Picture 16"/>
          <p:cNvPicPr>
            <a:picLocks noChangeAspect="1"/>
          </p:cNvPicPr>
          <p:nvPr/>
        </p:nvPicPr>
        <p:blipFill>
          <a:blip r:embed="rId2"/>
          <a:srcRect t="4828"/>
          <a:stretch/>
        </p:blipFill>
        <p:spPr>
          <a:xfrm>
            <a:off x="10684389" y="-1"/>
            <a:ext cx="1950722" cy="976150"/>
          </a:xfrm>
          <a:prstGeom prst="rect">
            <a:avLst/>
          </a:prstGeom>
          <a:ln w="12700">
            <a:miter lim="400000"/>
          </a:ln>
        </p:spPr>
      </p:pic>
      <p:sp>
        <p:nvSpPr>
          <p:cNvPr id="66" name="TextBox 17"/>
          <p:cNvSpPr txBox="1"/>
          <p:nvPr/>
        </p:nvSpPr>
        <p:spPr>
          <a:xfrm>
            <a:off x="600118" y="6407915"/>
            <a:ext cx="524201" cy="288825"/>
          </a:xfrm>
          <a:prstGeom prst="rect">
            <a:avLst/>
          </a:prstGeom>
          <a:ln w="12700">
            <a:miter lim="400000"/>
          </a:ln>
        </p:spPr>
        <p:txBody>
          <a:bodyPr lIns="45719" rIns="45719">
            <a:spAutoFit/>
          </a:bodyPr>
          <a:lstStyle>
            <a:lvl1pPr>
              <a:defRPr sz="1400">
                <a:solidFill>
                  <a:srgbClr val="FFFFFF"/>
                </a:solidFill>
              </a:defRPr>
            </a:lvl1pPr>
          </a:lstStyle>
          <a:p>
            <a:r>
              <a:t>2024</a:t>
            </a:r>
          </a:p>
        </p:txBody>
      </p:sp>
      <p:sp>
        <p:nvSpPr>
          <p:cNvPr id="67" name="Straight Connector 18"/>
          <p:cNvSpPr/>
          <p:nvPr/>
        </p:nvSpPr>
        <p:spPr>
          <a:xfrm>
            <a:off x="1258528" y="6571636"/>
            <a:ext cx="2303435" cy="1"/>
          </a:xfrm>
          <a:prstGeom prst="line">
            <a:avLst/>
          </a:prstGeom>
          <a:ln w="19050">
            <a:solidFill>
              <a:srgbClr val="FFFFFF"/>
            </a:solidFill>
            <a:miter/>
          </a:ln>
        </p:spPr>
        <p:txBody>
          <a:bodyPr lIns="45719" rIns="45719"/>
          <a:lstStyle/>
          <a:p>
            <a:endParaRPr/>
          </a:p>
        </p:txBody>
      </p:sp>
    </p:spTree>
  </p:cSld>
  <p:clrMapOvr>
    <a:masterClrMapping/>
  </p:clrMapOvr>
  <p:transition spd="med"/>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Заголовок и объект">
    <p:spTree>
      <p:nvGrpSpPr>
        <p:cNvPr id="1" name=""/>
        <p:cNvGrpSpPr/>
        <p:nvPr/>
      </p:nvGrpSpPr>
      <p:grpSpPr>
        <a:xfrm>
          <a:off x="0" y="0"/>
          <a:ext cx="0" cy="0"/>
          <a:chOff x="0" y="0"/>
          <a:chExt cx="0" cy="0"/>
        </a:xfrm>
      </p:grpSpPr>
      <p:pic>
        <p:nvPicPr>
          <p:cNvPr id="74" name="Рисунок 9" descr="Рисунок 9"/>
          <p:cNvPicPr>
            <a:picLocks noChangeAspect="1"/>
          </p:cNvPicPr>
          <p:nvPr/>
        </p:nvPicPr>
        <p:blipFill>
          <a:blip r:embed="rId2"/>
          <a:srcRect/>
          <a:stretch>
            <a:fillRect/>
          </a:stretch>
        </p:blipFill>
        <p:spPr>
          <a:xfrm>
            <a:off x="10856487" y="124476"/>
            <a:ext cx="1574790" cy="687183"/>
          </a:xfrm>
          <a:prstGeom prst="rect">
            <a:avLst/>
          </a:prstGeom>
          <a:ln w="12700">
            <a:miter lim="400000"/>
          </a:ln>
        </p:spPr>
      </p:pic>
      <p:sp>
        <p:nvSpPr>
          <p:cNvPr id="75" name="Прямоугольник 4"/>
          <p:cNvSpPr/>
          <p:nvPr/>
        </p:nvSpPr>
        <p:spPr>
          <a:xfrm>
            <a:off x="-3244" y="288565"/>
            <a:ext cx="894269" cy="319820"/>
          </a:xfrm>
          <a:prstGeom prst="rect">
            <a:avLst/>
          </a:prstGeom>
          <a:solidFill>
            <a:schemeClr val="accent1"/>
          </a:solidFill>
          <a:ln w="12700">
            <a:miter lim="400000"/>
          </a:ln>
        </p:spPr>
        <p:txBody>
          <a:bodyPr lIns="45719" rIns="45719" anchor="ctr"/>
          <a:lstStyle/>
          <a:p>
            <a:pPr algn="ctr"/>
            <a:endParaRPr/>
          </a:p>
        </p:txBody>
      </p:sp>
      <p:sp>
        <p:nvSpPr>
          <p:cNvPr id="76" name="TextBox 9"/>
          <p:cNvSpPr txBox="1"/>
          <p:nvPr/>
        </p:nvSpPr>
        <p:spPr>
          <a:xfrm>
            <a:off x="600118" y="6407915"/>
            <a:ext cx="524201" cy="288825"/>
          </a:xfrm>
          <a:prstGeom prst="rect">
            <a:avLst/>
          </a:prstGeom>
          <a:ln w="12700">
            <a:miter lim="400000"/>
          </a:ln>
        </p:spPr>
        <p:txBody>
          <a:bodyPr lIns="45719" rIns="45719">
            <a:spAutoFit/>
          </a:bodyPr>
          <a:lstStyle>
            <a:lvl1pPr>
              <a:defRPr sz="1400">
                <a:solidFill>
                  <a:srgbClr val="808080"/>
                </a:solidFill>
              </a:defRPr>
            </a:lvl1pPr>
          </a:lstStyle>
          <a:p>
            <a:r>
              <a:t>2023</a:t>
            </a:r>
          </a:p>
        </p:txBody>
      </p:sp>
      <p:sp>
        <p:nvSpPr>
          <p:cNvPr id="77" name="Straight Connector 10"/>
          <p:cNvSpPr/>
          <p:nvPr/>
        </p:nvSpPr>
        <p:spPr>
          <a:xfrm>
            <a:off x="1258528" y="6571636"/>
            <a:ext cx="2303435" cy="1"/>
          </a:xfrm>
          <a:prstGeom prst="line">
            <a:avLst/>
          </a:prstGeom>
          <a:ln w="19050">
            <a:solidFill>
              <a:srgbClr val="808080"/>
            </a:solidFill>
            <a:miter/>
          </a:ln>
        </p:spPr>
        <p:txBody>
          <a:bodyPr lIns="45719" rIns="45719"/>
          <a:lstStyle/>
          <a:p>
            <a:endParaRPr/>
          </a:p>
        </p:txBody>
      </p:sp>
      <p:sp>
        <p:nvSpPr>
          <p:cNvPr id="78" name="Образец заголовка"/>
          <p:cNvSpPr>
            <a:spLocks noGrp="1" noEditPoints="1"/>
          </p:cNvSpPr>
          <p:nvPr>
            <p:ph type="title" hasCustomPrompt="1"/>
          </p:nvPr>
        </p:nvSpPr>
        <p:spPr>
          <a:xfrm>
            <a:off x="900000" y="900000"/>
            <a:ext cx="9576680" cy="714359"/>
          </a:xfrm>
          <a:prstGeom prst="rect">
            <a:avLst/>
          </a:prstGeom>
        </p:spPr>
        <p:txBody>
          <a:bodyPr>
            <a:normAutofit/>
          </a:bodyPr>
          <a:lstStyle/>
          <a:p>
            <a:r>
              <a:t>Образец заголовка</a:t>
            </a:r>
          </a:p>
        </p:txBody>
      </p:sp>
      <p:sp>
        <p:nvSpPr>
          <p:cNvPr id="79" name="Уровень текста 1…"/>
          <p:cNvSpPr>
            <a:spLocks noGrp="1" noEditPoints="1"/>
          </p:cNvSpPr>
          <p:nvPr>
            <p:ph type="body" idx="1"/>
          </p:nvPr>
        </p:nvSpPr>
        <p:spPr>
          <a:xfrm>
            <a:off x="891024" y="1820976"/>
            <a:ext cx="11205727" cy="4340260"/>
          </a:xfrm>
          <a:prstGeom prst="rect">
            <a:avLst/>
          </a:prstGeom>
        </p:spPr>
        <p:txBody>
          <a:bodyPr>
            <a:normAutofit/>
          </a:bodyPr>
          <a:lstStyle/>
          <a:p>
            <a:pPr lvl="0"/>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
        <p:nvSpPr>
          <p:cNvPr id="80" name="Номер слайда"/>
          <p:cNvSpPr>
            <a:spLocks noGrp="1" noEditPoints="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Рисунок с подписью">
    <p:spTree>
      <p:nvGrpSpPr>
        <p:cNvPr id="1" name=""/>
        <p:cNvGrpSpPr/>
        <p:nvPr/>
      </p:nvGrpSpPr>
      <p:grpSpPr>
        <a:xfrm>
          <a:off x="0" y="0"/>
          <a:ext cx="0" cy="0"/>
          <a:chOff x="0" y="0"/>
          <a:chExt cx="0" cy="0"/>
        </a:xfrm>
      </p:grpSpPr>
      <p:pic>
        <p:nvPicPr>
          <p:cNvPr id="87" name="Рисунок 9" descr="Рисунок 9"/>
          <p:cNvPicPr>
            <a:picLocks noChangeAspect="1"/>
          </p:cNvPicPr>
          <p:nvPr/>
        </p:nvPicPr>
        <p:blipFill>
          <a:blip r:embed="rId2"/>
          <a:srcRect/>
          <a:stretch>
            <a:fillRect/>
          </a:stretch>
        </p:blipFill>
        <p:spPr>
          <a:xfrm>
            <a:off x="10856487" y="124476"/>
            <a:ext cx="1574790" cy="687183"/>
          </a:xfrm>
          <a:prstGeom prst="rect">
            <a:avLst/>
          </a:prstGeom>
          <a:ln w="12700">
            <a:miter lim="400000"/>
          </a:ln>
        </p:spPr>
      </p:pic>
      <p:sp>
        <p:nvSpPr>
          <p:cNvPr id="88" name="Прямоугольник 4"/>
          <p:cNvSpPr/>
          <p:nvPr/>
        </p:nvSpPr>
        <p:spPr>
          <a:xfrm>
            <a:off x="-3244" y="288565"/>
            <a:ext cx="894269" cy="319820"/>
          </a:xfrm>
          <a:prstGeom prst="rect">
            <a:avLst/>
          </a:prstGeom>
          <a:solidFill>
            <a:schemeClr val="accent1"/>
          </a:solidFill>
          <a:ln w="12700">
            <a:miter lim="400000"/>
          </a:ln>
        </p:spPr>
        <p:txBody>
          <a:bodyPr lIns="45719" rIns="45719" anchor="ctr"/>
          <a:lstStyle/>
          <a:p>
            <a:pPr algn="ctr"/>
            <a:endParaRPr/>
          </a:p>
        </p:txBody>
      </p:sp>
      <p:sp>
        <p:nvSpPr>
          <p:cNvPr id="89" name="TextBox 9"/>
          <p:cNvSpPr txBox="1"/>
          <p:nvPr/>
        </p:nvSpPr>
        <p:spPr>
          <a:xfrm>
            <a:off x="600118" y="6407915"/>
            <a:ext cx="524201" cy="288825"/>
          </a:xfrm>
          <a:prstGeom prst="rect">
            <a:avLst/>
          </a:prstGeom>
          <a:ln w="12700">
            <a:miter lim="400000"/>
          </a:ln>
        </p:spPr>
        <p:txBody>
          <a:bodyPr lIns="45719" rIns="45719">
            <a:spAutoFit/>
          </a:bodyPr>
          <a:lstStyle>
            <a:lvl1pPr>
              <a:defRPr sz="1400">
                <a:solidFill>
                  <a:srgbClr val="808080"/>
                </a:solidFill>
              </a:defRPr>
            </a:lvl1pPr>
          </a:lstStyle>
          <a:p>
            <a:r>
              <a:t>2023</a:t>
            </a:r>
          </a:p>
        </p:txBody>
      </p:sp>
      <p:sp>
        <p:nvSpPr>
          <p:cNvPr id="90" name="Straight Connector 10"/>
          <p:cNvSpPr/>
          <p:nvPr/>
        </p:nvSpPr>
        <p:spPr>
          <a:xfrm>
            <a:off x="1258528" y="6571636"/>
            <a:ext cx="2303435" cy="1"/>
          </a:xfrm>
          <a:prstGeom prst="line">
            <a:avLst/>
          </a:prstGeom>
          <a:ln w="19050">
            <a:solidFill>
              <a:srgbClr val="808080"/>
            </a:solidFill>
            <a:miter/>
          </a:ln>
        </p:spPr>
        <p:txBody>
          <a:bodyPr lIns="45719" rIns="45719"/>
          <a:lstStyle/>
          <a:p>
            <a:endParaRPr/>
          </a:p>
        </p:txBody>
      </p:sp>
      <p:sp>
        <p:nvSpPr>
          <p:cNvPr id="91" name="Образец заголовка"/>
          <p:cNvSpPr>
            <a:spLocks noGrp="1" noEditPoints="1"/>
          </p:cNvSpPr>
          <p:nvPr>
            <p:ph type="title" hasCustomPrompt="1"/>
          </p:nvPr>
        </p:nvSpPr>
        <p:spPr>
          <a:xfrm>
            <a:off x="900000" y="900000"/>
            <a:ext cx="9627700" cy="740593"/>
          </a:xfrm>
          <a:prstGeom prst="rect">
            <a:avLst/>
          </a:prstGeom>
        </p:spPr>
        <p:txBody>
          <a:bodyPr>
            <a:normAutofit/>
          </a:bodyPr>
          <a:lstStyle>
            <a:lvl1pPr>
              <a:defRPr sz="3100"/>
            </a:lvl1pPr>
          </a:lstStyle>
          <a:p>
            <a:r>
              <a:t>Образец заголовка</a:t>
            </a:r>
          </a:p>
        </p:txBody>
      </p:sp>
      <p:sp>
        <p:nvSpPr>
          <p:cNvPr id="92" name="Picture Placeholder 2"/>
          <p:cNvSpPr>
            <a:spLocks noGrp="1" noEditPoints="1"/>
          </p:cNvSpPr>
          <p:nvPr>
            <p:ph type="pic" sz="half" idx="21"/>
          </p:nvPr>
        </p:nvSpPr>
        <p:spPr>
          <a:xfrm>
            <a:off x="4340995" y="1674796"/>
            <a:ext cx="7726643" cy="4254366"/>
          </a:xfrm>
          <a:prstGeom prst="rect">
            <a:avLst/>
          </a:prstGeom>
        </p:spPr>
        <p:txBody>
          <a:bodyPr lIns="91439" tIns="45719" rIns="91439" bIns="45719"/>
          <a:lstStyle/>
          <a:p>
            <a:pPr lvl="0"/>
            <a:endParaRPr/>
          </a:p>
        </p:txBody>
      </p:sp>
      <p:sp>
        <p:nvSpPr>
          <p:cNvPr id="93" name="Уровень текста 1…"/>
          <p:cNvSpPr>
            <a:spLocks noGrp="1" noEditPoints="1"/>
          </p:cNvSpPr>
          <p:nvPr>
            <p:ph type="body" sz="quarter" idx="1"/>
          </p:nvPr>
        </p:nvSpPr>
        <p:spPr>
          <a:xfrm>
            <a:off x="900112" y="1625000"/>
            <a:ext cx="2916080" cy="4304163"/>
          </a:xfrm>
          <a:prstGeom prst="rect">
            <a:avLst/>
          </a:prstGeom>
        </p:spPr>
        <p:txBody>
          <a:bodyPr>
            <a:normAutofit/>
          </a:bodyPr>
          <a:lstStyle>
            <a:lvl1pPr>
              <a:defRPr sz="1500"/>
            </a:lvl1pPr>
            <a:lvl2pPr indent="456056">
              <a:defRPr sz="1500"/>
            </a:lvl2pPr>
            <a:lvl3pPr indent="912113">
              <a:defRPr sz="1500"/>
            </a:lvl3pPr>
            <a:lvl4pPr indent="1368171">
              <a:defRPr sz="1500"/>
            </a:lvl4pPr>
            <a:lvl5pPr indent="1824227">
              <a:defRPr sz="1500"/>
            </a:lvl5pPr>
          </a:lstStyle>
          <a:p>
            <a:pPr lvl="0"/>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
        <p:nvSpPr>
          <p:cNvPr id="94" name="Номер слайда"/>
          <p:cNvSpPr>
            <a:spLocks noGrp="1" noEditPoints="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1_Рисунок с подписью">
    <p:spTree>
      <p:nvGrpSpPr>
        <p:cNvPr id="1" name=""/>
        <p:cNvGrpSpPr/>
        <p:nvPr/>
      </p:nvGrpSpPr>
      <p:grpSpPr>
        <a:xfrm>
          <a:off x="0" y="0"/>
          <a:ext cx="0" cy="0"/>
          <a:chOff x="0" y="0"/>
          <a:chExt cx="0" cy="0"/>
        </a:xfrm>
      </p:grpSpPr>
      <p:pic>
        <p:nvPicPr>
          <p:cNvPr id="101" name="Рисунок 9" descr="Рисунок 9"/>
          <p:cNvPicPr>
            <a:picLocks noChangeAspect="1"/>
          </p:cNvPicPr>
          <p:nvPr/>
        </p:nvPicPr>
        <p:blipFill>
          <a:blip r:embed="rId2"/>
          <a:srcRect/>
          <a:stretch>
            <a:fillRect/>
          </a:stretch>
        </p:blipFill>
        <p:spPr>
          <a:xfrm>
            <a:off x="10856487" y="124476"/>
            <a:ext cx="1574790" cy="687183"/>
          </a:xfrm>
          <a:prstGeom prst="rect">
            <a:avLst/>
          </a:prstGeom>
          <a:ln w="12700">
            <a:miter lim="400000"/>
          </a:ln>
        </p:spPr>
      </p:pic>
      <p:sp>
        <p:nvSpPr>
          <p:cNvPr id="102" name="Прямоугольник 4"/>
          <p:cNvSpPr/>
          <p:nvPr/>
        </p:nvSpPr>
        <p:spPr>
          <a:xfrm>
            <a:off x="-3244" y="288565"/>
            <a:ext cx="894269" cy="319820"/>
          </a:xfrm>
          <a:prstGeom prst="rect">
            <a:avLst/>
          </a:prstGeom>
          <a:solidFill>
            <a:schemeClr val="accent1"/>
          </a:solidFill>
          <a:ln w="12700">
            <a:miter lim="400000"/>
          </a:ln>
        </p:spPr>
        <p:txBody>
          <a:bodyPr lIns="45719" rIns="45719" anchor="ctr"/>
          <a:lstStyle/>
          <a:p>
            <a:pPr algn="ctr"/>
            <a:endParaRPr/>
          </a:p>
        </p:txBody>
      </p:sp>
      <p:sp>
        <p:nvSpPr>
          <p:cNvPr id="103" name="TextBox 10"/>
          <p:cNvSpPr txBox="1"/>
          <p:nvPr/>
        </p:nvSpPr>
        <p:spPr>
          <a:xfrm>
            <a:off x="600118" y="6407915"/>
            <a:ext cx="524201" cy="288825"/>
          </a:xfrm>
          <a:prstGeom prst="rect">
            <a:avLst/>
          </a:prstGeom>
          <a:ln w="12700">
            <a:miter lim="400000"/>
          </a:ln>
        </p:spPr>
        <p:txBody>
          <a:bodyPr lIns="45719" rIns="45719">
            <a:spAutoFit/>
          </a:bodyPr>
          <a:lstStyle>
            <a:lvl1pPr>
              <a:defRPr sz="1400">
                <a:solidFill>
                  <a:srgbClr val="808080"/>
                </a:solidFill>
              </a:defRPr>
            </a:lvl1pPr>
          </a:lstStyle>
          <a:p>
            <a:r>
              <a:t>2023</a:t>
            </a:r>
          </a:p>
        </p:txBody>
      </p:sp>
      <p:sp>
        <p:nvSpPr>
          <p:cNvPr id="104" name="Straight Connector 12"/>
          <p:cNvSpPr/>
          <p:nvPr/>
        </p:nvSpPr>
        <p:spPr>
          <a:xfrm>
            <a:off x="1258528" y="6571636"/>
            <a:ext cx="2303435" cy="1"/>
          </a:xfrm>
          <a:prstGeom prst="line">
            <a:avLst/>
          </a:prstGeom>
          <a:ln w="19050">
            <a:solidFill>
              <a:srgbClr val="808080"/>
            </a:solidFill>
            <a:miter/>
          </a:ln>
        </p:spPr>
        <p:txBody>
          <a:bodyPr lIns="45719" rIns="45719"/>
          <a:lstStyle/>
          <a:p>
            <a:endParaRPr/>
          </a:p>
        </p:txBody>
      </p:sp>
      <p:sp>
        <p:nvSpPr>
          <p:cNvPr id="105" name="Образец заголовка"/>
          <p:cNvSpPr>
            <a:spLocks noGrp="1" noEditPoints="1"/>
          </p:cNvSpPr>
          <p:nvPr>
            <p:ph type="title" hasCustomPrompt="1"/>
          </p:nvPr>
        </p:nvSpPr>
        <p:spPr>
          <a:xfrm>
            <a:off x="900000" y="863999"/>
            <a:ext cx="9627700" cy="740593"/>
          </a:xfrm>
          <a:prstGeom prst="rect">
            <a:avLst/>
          </a:prstGeom>
        </p:spPr>
        <p:txBody>
          <a:bodyPr>
            <a:normAutofit/>
          </a:bodyPr>
          <a:lstStyle>
            <a:lvl1pPr>
              <a:defRPr sz="3100"/>
            </a:lvl1pPr>
          </a:lstStyle>
          <a:p>
            <a:r>
              <a:t>Образец заголовка</a:t>
            </a:r>
          </a:p>
        </p:txBody>
      </p:sp>
      <p:sp>
        <p:nvSpPr>
          <p:cNvPr id="106" name="Picture Placeholder 2"/>
          <p:cNvSpPr>
            <a:spLocks noGrp="1" noEditPoints="1"/>
          </p:cNvSpPr>
          <p:nvPr>
            <p:ph type="pic" sz="quarter" idx="21"/>
          </p:nvPr>
        </p:nvSpPr>
        <p:spPr>
          <a:xfrm>
            <a:off x="4340995" y="1674796"/>
            <a:ext cx="3638349" cy="4254366"/>
          </a:xfrm>
          <a:prstGeom prst="rect">
            <a:avLst/>
          </a:prstGeom>
        </p:spPr>
        <p:txBody>
          <a:bodyPr lIns="91439" tIns="45719" rIns="91439" bIns="45719"/>
          <a:lstStyle/>
          <a:p>
            <a:pPr lvl="0"/>
            <a:endParaRPr/>
          </a:p>
        </p:txBody>
      </p:sp>
      <p:sp>
        <p:nvSpPr>
          <p:cNvPr id="107" name="Уровень текста 1…"/>
          <p:cNvSpPr>
            <a:spLocks noGrp="1" noEditPoints="1"/>
          </p:cNvSpPr>
          <p:nvPr>
            <p:ph type="body" sz="quarter" idx="1"/>
          </p:nvPr>
        </p:nvSpPr>
        <p:spPr>
          <a:xfrm>
            <a:off x="900112" y="1625000"/>
            <a:ext cx="2916080" cy="4304163"/>
          </a:xfrm>
          <a:prstGeom prst="rect">
            <a:avLst/>
          </a:prstGeom>
        </p:spPr>
        <p:txBody>
          <a:bodyPr>
            <a:normAutofit/>
          </a:bodyPr>
          <a:lstStyle>
            <a:lvl1pPr>
              <a:defRPr sz="1500"/>
            </a:lvl1pPr>
            <a:lvl2pPr indent="456056">
              <a:defRPr sz="1500"/>
            </a:lvl2pPr>
            <a:lvl3pPr indent="912113">
              <a:defRPr sz="1500"/>
            </a:lvl3pPr>
            <a:lvl4pPr indent="1368171">
              <a:defRPr sz="1500"/>
            </a:lvl4pPr>
            <a:lvl5pPr indent="1824227">
              <a:defRPr sz="1500"/>
            </a:lvl5pPr>
          </a:lstStyle>
          <a:p>
            <a:pPr lvl="0"/>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
        <p:nvSpPr>
          <p:cNvPr id="108" name="Номер слайда"/>
          <p:cNvSpPr>
            <a:spLocks noGrp="1" noEditPoints="1"/>
          </p:cNvSpPr>
          <p:nvPr>
            <p:ph type="sldNum" sz="quarter" idx="2"/>
          </p:nvPr>
        </p:nvSpPr>
        <p:spPr>
          <a:prstGeom prst="rect">
            <a:avLst/>
          </a:prstGeom>
        </p:spPr>
        <p:txBody>
          <a:bodyPr/>
          <a:lstStyle/>
          <a:p>
            <a:fld id="{86CB4B4D-7CA3-9044-876B-883B54F8677D}" type="slidenum">
              <a:t>‹#›</a:t>
            </a:fld>
            <a:endParaRPr/>
          </a:p>
        </p:txBody>
      </p:sp>
      <p:sp>
        <p:nvSpPr>
          <p:cNvPr id="109" name="Picture Placeholder 2"/>
          <p:cNvSpPr>
            <a:spLocks noGrp="1" noEditPoints="1"/>
          </p:cNvSpPr>
          <p:nvPr>
            <p:ph type="pic" sz="quarter" idx="22"/>
          </p:nvPr>
        </p:nvSpPr>
        <p:spPr>
          <a:xfrm>
            <a:off x="8383605" y="1674796"/>
            <a:ext cx="3638349" cy="4254366"/>
          </a:xfrm>
          <a:prstGeom prst="rect">
            <a:avLst/>
          </a:prstGeom>
        </p:spPr>
        <p:txBody>
          <a:bodyPr lIns="91439" tIns="45719" rIns="91439" bIns="45719"/>
          <a:lstStyle/>
          <a:p>
            <a:pPr lvl="0"/>
            <a:endParaRPr/>
          </a:p>
        </p:txBody>
      </p:sp>
    </p:spTree>
  </p:cSld>
  <p:clrMapOvr>
    <a:masterClrMapping/>
  </p:clrMapOvr>
  <p:transition spd="med"/>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2_Рисунок с подписью">
    <p:spTree>
      <p:nvGrpSpPr>
        <p:cNvPr id="1" name=""/>
        <p:cNvGrpSpPr/>
        <p:nvPr/>
      </p:nvGrpSpPr>
      <p:grpSpPr>
        <a:xfrm>
          <a:off x="0" y="0"/>
          <a:ext cx="0" cy="0"/>
          <a:chOff x="0" y="0"/>
          <a:chExt cx="0" cy="0"/>
        </a:xfrm>
      </p:grpSpPr>
      <p:pic>
        <p:nvPicPr>
          <p:cNvPr id="116" name="Рисунок 9" descr="Рисунок 9"/>
          <p:cNvPicPr>
            <a:picLocks noChangeAspect="1"/>
          </p:cNvPicPr>
          <p:nvPr/>
        </p:nvPicPr>
        <p:blipFill>
          <a:blip r:embed="rId2"/>
          <a:srcRect/>
          <a:stretch>
            <a:fillRect/>
          </a:stretch>
        </p:blipFill>
        <p:spPr>
          <a:xfrm>
            <a:off x="10856487" y="124476"/>
            <a:ext cx="1574790" cy="687183"/>
          </a:xfrm>
          <a:prstGeom prst="rect">
            <a:avLst/>
          </a:prstGeom>
          <a:ln w="12700">
            <a:miter lim="400000"/>
          </a:ln>
        </p:spPr>
      </p:pic>
      <p:sp>
        <p:nvSpPr>
          <p:cNvPr id="117" name="Прямоугольник 4"/>
          <p:cNvSpPr/>
          <p:nvPr/>
        </p:nvSpPr>
        <p:spPr>
          <a:xfrm>
            <a:off x="-3244" y="288565"/>
            <a:ext cx="894269" cy="319820"/>
          </a:xfrm>
          <a:prstGeom prst="rect">
            <a:avLst/>
          </a:prstGeom>
          <a:solidFill>
            <a:schemeClr val="accent1"/>
          </a:solidFill>
          <a:ln w="12700">
            <a:miter lim="400000"/>
          </a:ln>
        </p:spPr>
        <p:txBody>
          <a:bodyPr lIns="45719" rIns="45719" anchor="ctr"/>
          <a:lstStyle/>
          <a:p>
            <a:pPr algn="ctr"/>
            <a:endParaRPr/>
          </a:p>
        </p:txBody>
      </p:sp>
      <p:sp>
        <p:nvSpPr>
          <p:cNvPr id="118" name="TextBox 13"/>
          <p:cNvSpPr txBox="1"/>
          <p:nvPr/>
        </p:nvSpPr>
        <p:spPr>
          <a:xfrm>
            <a:off x="600118" y="6407915"/>
            <a:ext cx="524201" cy="288825"/>
          </a:xfrm>
          <a:prstGeom prst="rect">
            <a:avLst/>
          </a:prstGeom>
          <a:ln w="12700">
            <a:miter lim="400000"/>
          </a:ln>
        </p:spPr>
        <p:txBody>
          <a:bodyPr lIns="45719" rIns="45719">
            <a:spAutoFit/>
          </a:bodyPr>
          <a:lstStyle>
            <a:lvl1pPr>
              <a:defRPr sz="1400">
                <a:solidFill>
                  <a:srgbClr val="808080"/>
                </a:solidFill>
              </a:defRPr>
            </a:lvl1pPr>
          </a:lstStyle>
          <a:p>
            <a:r>
              <a:t>2023</a:t>
            </a:r>
          </a:p>
        </p:txBody>
      </p:sp>
      <p:sp>
        <p:nvSpPr>
          <p:cNvPr id="119" name="Straight Connector 14"/>
          <p:cNvSpPr/>
          <p:nvPr/>
        </p:nvSpPr>
        <p:spPr>
          <a:xfrm>
            <a:off x="1258528" y="6571636"/>
            <a:ext cx="2303435" cy="1"/>
          </a:xfrm>
          <a:prstGeom prst="line">
            <a:avLst/>
          </a:prstGeom>
          <a:ln w="19050">
            <a:solidFill>
              <a:srgbClr val="808080"/>
            </a:solidFill>
            <a:miter/>
          </a:ln>
        </p:spPr>
        <p:txBody>
          <a:bodyPr lIns="45719" rIns="45719"/>
          <a:lstStyle/>
          <a:p>
            <a:endParaRPr/>
          </a:p>
        </p:txBody>
      </p:sp>
      <p:sp>
        <p:nvSpPr>
          <p:cNvPr id="120" name="Образец заголовка"/>
          <p:cNvSpPr>
            <a:spLocks noGrp="1" noEditPoints="1"/>
          </p:cNvSpPr>
          <p:nvPr>
            <p:ph type="title" hasCustomPrompt="1"/>
          </p:nvPr>
        </p:nvSpPr>
        <p:spPr>
          <a:xfrm>
            <a:off x="892712" y="900000"/>
            <a:ext cx="9627701" cy="740593"/>
          </a:xfrm>
          <a:prstGeom prst="rect">
            <a:avLst/>
          </a:prstGeom>
        </p:spPr>
        <p:txBody>
          <a:bodyPr>
            <a:normAutofit/>
          </a:bodyPr>
          <a:lstStyle>
            <a:lvl1pPr>
              <a:defRPr sz="3100"/>
            </a:lvl1pPr>
          </a:lstStyle>
          <a:p>
            <a:r>
              <a:t>Образец заголовка</a:t>
            </a:r>
          </a:p>
        </p:txBody>
      </p:sp>
      <p:sp>
        <p:nvSpPr>
          <p:cNvPr id="121" name="Picture Placeholder 2"/>
          <p:cNvSpPr>
            <a:spLocks noGrp="1" noEditPoints="1"/>
          </p:cNvSpPr>
          <p:nvPr>
            <p:ph type="pic" sz="quarter" idx="21"/>
          </p:nvPr>
        </p:nvSpPr>
        <p:spPr>
          <a:xfrm>
            <a:off x="4340995" y="1674796"/>
            <a:ext cx="2321063" cy="4254366"/>
          </a:xfrm>
          <a:prstGeom prst="rect">
            <a:avLst/>
          </a:prstGeom>
        </p:spPr>
        <p:txBody>
          <a:bodyPr lIns="91439" tIns="45719" rIns="91439" bIns="45719"/>
          <a:lstStyle/>
          <a:p>
            <a:pPr lvl="0"/>
            <a:endParaRPr/>
          </a:p>
        </p:txBody>
      </p:sp>
      <p:sp>
        <p:nvSpPr>
          <p:cNvPr id="122" name="Уровень текста 1…"/>
          <p:cNvSpPr>
            <a:spLocks noGrp="1" noEditPoints="1"/>
          </p:cNvSpPr>
          <p:nvPr>
            <p:ph type="body" sz="quarter" idx="1"/>
          </p:nvPr>
        </p:nvSpPr>
        <p:spPr>
          <a:xfrm>
            <a:off x="900112" y="1625000"/>
            <a:ext cx="2916080" cy="4304163"/>
          </a:xfrm>
          <a:prstGeom prst="rect">
            <a:avLst/>
          </a:prstGeom>
        </p:spPr>
        <p:txBody>
          <a:bodyPr>
            <a:normAutofit/>
          </a:bodyPr>
          <a:lstStyle>
            <a:lvl1pPr>
              <a:defRPr sz="1500"/>
            </a:lvl1pPr>
            <a:lvl2pPr indent="456056">
              <a:defRPr sz="1500"/>
            </a:lvl2pPr>
            <a:lvl3pPr indent="912113">
              <a:defRPr sz="1500"/>
            </a:lvl3pPr>
            <a:lvl4pPr indent="1368171">
              <a:defRPr sz="1500"/>
            </a:lvl4pPr>
            <a:lvl5pPr indent="1824227">
              <a:defRPr sz="1500"/>
            </a:lvl5pPr>
          </a:lstStyle>
          <a:p>
            <a:pPr lvl="0"/>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
        <p:nvSpPr>
          <p:cNvPr id="123" name="Номер слайда"/>
          <p:cNvSpPr>
            <a:spLocks noGrp="1" noEditPoints="1"/>
          </p:cNvSpPr>
          <p:nvPr>
            <p:ph type="sldNum" sz="quarter" idx="2"/>
          </p:nvPr>
        </p:nvSpPr>
        <p:spPr>
          <a:prstGeom prst="rect">
            <a:avLst/>
          </a:prstGeom>
        </p:spPr>
        <p:txBody>
          <a:bodyPr/>
          <a:lstStyle/>
          <a:p>
            <a:fld id="{86CB4B4D-7CA3-9044-876B-883B54F8677D}" type="slidenum">
              <a:t>‹#›</a:t>
            </a:fld>
            <a:endParaRPr/>
          </a:p>
        </p:txBody>
      </p:sp>
      <p:sp>
        <p:nvSpPr>
          <p:cNvPr id="124" name="Picture Placeholder 2"/>
          <p:cNvSpPr>
            <a:spLocks noGrp="1" noEditPoints="1"/>
          </p:cNvSpPr>
          <p:nvPr>
            <p:ph type="pic" sz="quarter" idx="22"/>
          </p:nvPr>
        </p:nvSpPr>
        <p:spPr>
          <a:xfrm>
            <a:off x="7019108" y="1674796"/>
            <a:ext cx="2321063" cy="4254366"/>
          </a:xfrm>
          <a:prstGeom prst="rect">
            <a:avLst/>
          </a:prstGeom>
        </p:spPr>
        <p:txBody>
          <a:bodyPr lIns="91439" tIns="45719" rIns="91439" bIns="45719"/>
          <a:lstStyle/>
          <a:p>
            <a:pPr lvl="0"/>
            <a:endParaRPr/>
          </a:p>
        </p:txBody>
      </p:sp>
      <p:sp>
        <p:nvSpPr>
          <p:cNvPr id="125" name="Picture Placeholder 2"/>
          <p:cNvSpPr>
            <a:spLocks noGrp="1" noEditPoints="1"/>
          </p:cNvSpPr>
          <p:nvPr>
            <p:ph type="pic" sz="quarter" idx="23"/>
          </p:nvPr>
        </p:nvSpPr>
        <p:spPr>
          <a:xfrm>
            <a:off x="9701348" y="1674796"/>
            <a:ext cx="2321063" cy="4254366"/>
          </a:xfrm>
          <a:prstGeom prst="rect">
            <a:avLst/>
          </a:prstGeom>
        </p:spPr>
        <p:txBody>
          <a:bodyPr lIns="91439" tIns="45719" rIns="91439" bIns="45719"/>
          <a:lstStyle/>
          <a:p>
            <a:pPr lvl="0"/>
            <a:endParaRPr/>
          </a:p>
        </p:txBody>
      </p:sp>
    </p:spTree>
  </p:cSld>
  <p:clrMapOvr>
    <a:masterClrMapping/>
  </p:clrMapOvr>
  <p:transition spd="med"/>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3_Рисунок с подписью">
    <p:spTree>
      <p:nvGrpSpPr>
        <p:cNvPr id="1" name=""/>
        <p:cNvGrpSpPr/>
        <p:nvPr/>
      </p:nvGrpSpPr>
      <p:grpSpPr>
        <a:xfrm>
          <a:off x="0" y="0"/>
          <a:ext cx="0" cy="0"/>
          <a:chOff x="0" y="0"/>
          <a:chExt cx="0" cy="0"/>
        </a:xfrm>
      </p:grpSpPr>
      <p:pic>
        <p:nvPicPr>
          <p:cNvPr id="132" name="Рисунок 9" descr="Рисунок 9"/>
          <p:cNvPicPr>
            <a:picLocks noChangeAspect="1"/>
          </p:cNvPicPr>
          <p:nvPr/>
        </p:nvPicPr>
        <p:blipFill>
          <a:blip r:embed="rId2"/>
          <a:srcRect/>
          <a:stretch>
            <a:fillRect/>
          </a:stretch>
        </p:blipFill>
        <p:spPr>
          <a:xfrm>
            <a:off x="10856487" y="124476"/>
            <a:ext cx="1574790" cy="687183"/>
          </a:xfrm>
          <a:prstGeom prst="rect">
            <a:avLst/>
          </a:prstGeom>
          <a:ln w="12700">
            <a:miter lim="400000"/>
          </a:ln>
        </p:spPr>
      </p:pic>
      <p:sp>
        <p:nvSpPr>
          <p:cNvPr id="133" name="Прямоугольник 4"/>
          <p:cNvSpPr/>
          <p:nvPr/>
        </p:nvSpPr>
        <p:spPr>
          <a:xfrm>
            <a:off x="-3244" y="288565"/>
            <a:ext cx="894269" cy="319820"/>
          </a:xfrm>
          <a:prstGeom prst="rect">
            <a:avLst/>
          </a:prstGeom>
          <a:solidFill>
            <a:schemeClr val="accent1"/>
          </a:solidFill>
          <a:ln w="12700">
            <a:miter lim="400000"/>
          </a:ln>
        </p:spPr>
        <p:txBody>
          <a:bodyPr lIns="45719" rIns="45719" anchor="ctr"/>
          <a:lstStyle/>
          <a:p>
            <a:pPr algn="ctr"/>
            <a:endParaRPr/>
          </a:p>
        </p:txBody>
      </p:sp>
      <p:sp>
        <p:nvSpPr>
          <p:cNvPr id="134" name="TextBox 18"/>
          <p:cNvSpPr txBox="1"/>
          <p:nvPr/>
        </p:nvSpPr>
        <p:spPr>
          <a:xfrm>
            <a:off x="600118" y="6407915"/>
            <a:ext cx="524201" cy="288825"/>
          </a:xfrm>
          <a:prstGeom prst="rect">
            <a:avLst/>
          </a:prstGeom>
          <a:ln w="12700">
            <a:miter lim="400000"/>
          </a:ln>
        </p:spPr>
        <p:txBody>
          <a:bodyPr lIns="45719" rIns="45719">
            <a:spAutoFit/>
          </a:bodyPr>
          <a:lstStyle>
            <a:lvl1pPr>
              <a:defRPr sz="1400">
                <a:solidFill>
                  <a:srgbClr val="808080"/>
                </a:solidFill>
              </a:defRPr>
            </a:lvl1pPr>
          </a:lstStyle>
          <a:p>
            <a:r>
              <a:t>2023</a:t>
            </a:r>
          </a:p>
        </p:txBody>
      </p:sp>
      <p:sp>
        <p:nvSpPr>
          <p:cNvPr id="135" name="Straight Connector 19"/>
          <p:cNvSpPr/>
          <p:nvPr/>
        </p:nvSpPr>
        <p:spPr>
          <a:xfrm>
            <a:off x="1258528" y="6571636"/>
            <a:ext cx="2303435" cy="1"/>
          </a:xfrm>
          <a:prstGeom prst="line">
            <a:avLst/>
          </a:prstGeom>
          <a:ln w="19050">
            <a:solidFill>
              <a:srgbClr val="808080"/>
            </a:solidFill>
            <a:miter/>
          </a:ln>
        </p:spPr>
        <p:txBody>
          <a:bodyPr lIns="45719" rIns="45719"/>
          <a:lstStyle/>
          <a:p>
            <a:endParaRPr/>
          </a:p>
        </p:txBody>
      </p:sp>
      <p:sp>
        <p:nvSpPr>
          <p:cNvPr id="136" name="Образец заголовка"/>
          <p:cNvSpPr>
            <a:spLocks noGrp="1" noEditPoints="1"/>
          </p:cNvSpPr>
          <p:nvPr>
            <p:ph type="title" hasCustomPrompt="1"/>
          </p:nvPr>
        </p:nvSpPr>
        <p:spPr>
          <a:xfrm>
            <a:off x="892712" y="900000"/>
            <a:ext cx="9627701" cy="740593"/>
          </a:xfrm>
          <a:prstGeom prst="rect">
            <a:avLst/>
          </a:prstGeom>
        </p:spPr>
        <p:txBody>
          <a:bodyPr>
            <a:normAutofit/>
          </a:bodyPr>
          <a:lstStyle>
            <a:lvl1pPr>
              <a:defRPr sz="3100"/>
            </a:lvl1pPr>
          </a:lstStyle>
          <a:p>
            <a:r>
              <a:t>Образец заголовка</a:t>
            </a:r>
          </a:p>
        </p:txBody>
      </p:sp>
      <p:sp>
        <p:nvSpPr>
          <p:cNvPr id="137" name="Picture Placeholder 2"/>
          <p:cNvSpPr>
            <a:spLocks noGrp="1" noEditPoints="1"/>
          </p:cNvSpPr>
          <p:nvPr>
            <p:ph type="pic" sz="quarter" idx="21"/>
          </p:nvPr>
        </p:nvSpPr>
        <p:spPr>
          <a:xfrm>
            <a:off x="4340995" y="1674796"/>
            <a:ext cx="2321063" cy="1956679"/>
          </a:xfrm>
          <a:prstGeom prst="rect">
            <a:avLst/>
          </a:prstGeom>
        </p:spPr>
        <p:txBody>
          <a:bodyPr lIns="91439" tIns="45719" rIns="91439" bIns="45719"/>
          <a:lstStyle/>
          <a:p>
            <a:pPr lvl="0"/>
            <a:endParaRPr/>
          </a:p>
        </p:txBody>
      </p:sp>
      <p:sp>
        <p:nvSpPr>
          <p:cNvPr id="138" name="Уровень текста 1…"/>
          <p:cNvSpPr>
            <a:spLocks noGrp="1" noEditPoints="1"/>
          </p:cNvSpPr>
          <p:nvPr>
            <p:ph type="body" sz="quarter" idx="1"/>
          </p:nvPr>
        </p:nvSpPr>
        <p:spPr>
          <a:xfrm>
            <a:off x="900112" y="1625000"/>
            <a:ext cx="2916080" cy="4304163"/>
          </a:xfrm>
          <a:prstGeom prst="rect">
            <a:avLst/>
          </a:prstGeom>
        </p:spPr>
        <p:txBody>
          <a:bodyPr>
            <a:normAutofit/>
          </a:bodyPr>
          <a:lstStyle>
            <a:lvl1pPr>
              <a:defRPr sz="1500"/>
            </a:lvl1pPr>
            <a:lvl2pPr indent="456056">
              <a:defRPr sz="1500"/>
            </a:lvl2pPr>
            <a:lvl3pPr indent="912113">
              <a:defRPr sz="1500"/>
            </a:lvl3pPr>
            <a:lvl4pPr indent="1368171">
              <a:defRPr sz="1500"/>
            </a:lvl4pPr>
            <a:lvl5pPr indent="1824227">
              <a:defRPr sz="1500"/>
            </a:lvl5pPr>
          </a:lstStyle>
          <a:p>
            <a:pPr lvl="0"/>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
        <p:nvSpPr>
          <p:cNvPr id="139" name="Номер слайда"/>
          <p:cNvSpPr>
            <a:spLocks noGrp="1" noEditPoints="1"/>
          </p:cNvSpPr>
          <p:nvPr>
            <p:ph type="sldNum" sz="quarter" idx="2"/>
          </p:nvPr>
        </p:nvSpPr>
        <p:spPr>
          <a:prstGeom prst="rect">
            <a:avLst/>
          </a:prstGeom>
        </p:spPr>
        <p:txBody>
          <a:bodyPr/>
          <a:lstStyle/>
          <a:p>
            <a:fld id="{86CB4B4D-7CA3-9044-876B-883B54F8677D}" type="slidenum">
              <a:t>‹#›</a:t>
            </a:fld>
            <a:endParaRPr/>
          </a:p>
        </p:txBody>
      </p:sp>
      <p:sp>
        <p:nvSpPr>
          <p:cNvPr id="140" name="Picture Placeholder 2"/>
          <p:cNvSpPr>
            <a:spLocks noGrp="1" noEditPoints="1"/>
          </p:cNvSpPr>
          <p:nvPr>
            <p:ph type="pic" sz="quarter" idx="22"/>
          </p:nvPr>
        </p:nvSpPr>
        <p:spPr>
          <a:xfrm>
            <a:off x="7019108" y="1674796"/>
            <a:ext cx="2321063" cy="1956679"/>
          </a:xfrm>
          <a:prstGeom prst="rect">
            <a:avLst/>
          </a:prstGeom>
        </p:spPr>
        <p:txBody>
          <a:bodyPr lIns="91439" tIns="45719" rIns="91439" bIns="45719"/>
          <a:lstStyle/>
          <a:p>
            <a:pPr lvl="0"/>
            <a:endParaRPr/>
          </a:p>
        </p:txBody>
      </p:sp>
      <p:sp>
        <p:nvSpPr>
          <p:cNvPr id="141" name="Picture Placeholder 2"/>
          <p:cNvSpPr>
            <a:spLocks noGrp="1" noEditPoints="1"/>
          </p:cNvSpPr>
          <p:nvPr>
            <p:ph type="pic" sz="quarter" idx="23"/>
          </p:nvPr>
        </p:nvSpPr>
        <p:spPr>
          <a:xfrm>
            <a:off x="9701348" y="1674796"/>
            <a:ext cx="2321063" cy="1956679"/>
          </a:xfrm>
          <a:prstGeom prst="rect">
            <a:avLst/>
          </a:prstGeom>
        </p:spPr>
        <p:txBody>
          <a:bodyPr lIns="91439" tIns="45719" rIns="91439" bIns="45719"/>
          <a:lstStyle/>
          <a:p>
            <a:pPr lvl="0"/>
            <a:endParaRPr/>
          </a:p>
        </p:txBody>
      </p:sp>
      <p:sp>
        <p:nvSpPr>
          <p:cNvPr id="142" name="Picture Placeholder 2"/>
          <p:cNvSpPr>
            <a:spLocks noGrp="1" noEditPoints="1"/>
          </p:cNvSpPr>
          <p:nvPr>
            <p:ph type="pic" sz="quarter" idx="24"/>
          </p:nvPr>
        </p:nvSpPr>
        <p:spPr>
          <a:xfrm>
            <a:off x="4340995" y="4130612"/>
            <a:ext cx="2321063" cy="1956680"/>
          </a:xfrm>
          <a:prstGeom prst="rect">
            <a:avLst/>
          </a:prstGeom>
        </p:spPr>
        <p:txBody>
          <a:bodyPr lIns="91439" tIns="45719" rIns="91439" bIns="45719"/>
          <a:lstStyle/>
          <a:p>
            <a:pPr lvl="0"/>
            <a:endParaRPr/>
          </a:p>
        </p:txBody>
      </p:sp>
      <p:sp>
        <p:nvSpPr>
          <p:cNvPr id="143" name="Picture Placeholder 2"/>
          <p:cNvSpPr>
            <a:spLocks noGrp="1" noEditPoints="1"/>
          </p:cNvSpPr>
          <p:nvPr>
            <p:ph type="pic" sz="quarter" idx="25"/>
          </p:nvPr>
        </p:nvSpPr>
        <p:spPr>
          <a:xfrm>
            <a:off x="7019108" y="4130612"/>
            <a:ext cx="2321063" cy="1956680"/>
          </a:xfrm>
          <a:prstGeom prst="rect">
            <a:avLst/>
          </a:prstGeom>
        </p:spPr>
        <p:txBody>
          <a:bodyPr lIns="91439" tIns="45719" rIns="91439" bIns="45719"/>
          <a:lstStyle/>
          <a:p>
            <a:pPr lvl="0"/>
            <a:endParaRPr/>
          </a:p>
        </p:txBody>
      </p:sp>
      <p:sp>
        <p:nvSpPr>
          <p:cNvPr id="144" name="Picture Placeholder 2"/>
          <p:cNvSpPr>
            <a:spLocks noGrp="1" noEditPoints="1"/>
          </p:cNvSpPr>
          <p:nvPr>
            <p:ph type="pic" sz="quarter" idx="26"/>
          </p:nvPr>
        </p:nvSpPr>
        <p:spPr>
          <a:xfrm>
            <a:off x="9701348" y="4130612"/>
            <a:ext cx="2321063" cy="1956680"/>
          </a:xfrm>
          <a:prstGeom prst="rect">
            <a:avLst/>
          </a:prstGeom>
        </p:spPr>
        <p:txBody>
          <a:bodyPr lIns="91439" tIns="45719" rIns="91439" bIns="45719"/>
          <a:lstStyle/>
          <a:p>
            <a:pPr lvl="0"/>
            <a:endParaRPr/>
          </a:p>
        </p:txBody>
      </p:sp>
    </p:spTree>
  </p:cSld>
  <p:clrMapOvr>
    <a:masterClrMapping/>
  </p:clrMapOvr>
  <p:transition spd="med"/>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Заголовок раздела">
    <p:spTree>
      <p:nvGrpSpPr>
        <p:cNvPr id="1" name=""/>
        <p:cNvGrpSpPr/>
        <p:nvPr/>
      </p:nvGrpSpPr>
      <p:grpSpPr>
        <a:xfrm>
          <a:off x="0" y="0"/>
          <a:ext cx="0" cy="0"/>
          <a:chOff x="0" y="0"/>
          <a:chExt cx="0" cy="0"/>
        </a:xfrm>
      </p:grpSpPr>
      <p:pic>
        <p:nvPicPr>
          <p:cNvPr id="151" name="Рисунок 9" descr="Рисунок 9"/>
          <p:cNvPicPr>
            <a:picLocks noChangeAspect="1"/>
          </p:cNvPicPr>
          <p:nvPr/>
        </p:nvPicPr>
        <p:blipFill>
          <a:blip r:embed="rId2"/>
          <a:srcRect/>
          <a:stretch>
            <a:fillRect/>
          </a:stretch>
        </p:blipFill>
        <p:spPr>
          <a:xfrm>
            <a:off x="10856487" y="124476"/>
            <a:ext cx="1574790" cy="687183"/>
          </a:xfrm>
          <a:prstGeom prst="rect">
            <a:avLst/>
          </a:prstGeom>
          <a:ln w="12700">
            <a:miter lim="400000"/>
          </a:ln>
        </p:spPr>
      </p:pic>
      <p:sp>
        <p:nvSpPr>
          <p:cNvPr id="152" name="Прямоугольник 4"/>
          <p:cNvSpPr/>
          <p:nvPr/>
        </p:nvSpPr>
        <p:spPr>
          <a:xfrm>
            <a:off x="-3244" y="288565"/>
            <a:ext cx="894269" cy="319820"/>
          </a:xfrm>
          <a:prstGeom prst="rect">
            <a:avLst/>
          </a:prstGeom>
          <a:solidFill>
            <a:schemeClr val="accent1"/>
          </a:solidFill>
          <a:ln w="12700">
            <a:miter lim="400000"/>
          </a:ln>
        </p:spPr>
        <p:txBody>
          <a:bodyPr lIns="45719" rIns="45719" anchor="ctr"/>
          <a:lstStyle/>
          <a:p>
            <a:pPr algn="ctr"/>
            <a:endParaRPr/>
          </a:p>
        </p:txBody>
      </p:sp>
      <p:sp>
        <p:nvSpPr>
          <p:cNvPr id="153" name="TextBox 8"/>
          <p:cNvSpPr txBox="1"/>
          <p:nvPr/>
        </p:nvSpPr>
        <p:spPr>
          <a:xfrm>
            <a:off x="600118" y="6407915"/>
            <a:ext cx="524201" cy="288825"/>
          </a:xfrm>
          <a:prstGeom prst="rect">
            <a:avLst/>
          </a:prstGeom>
          <a:ln w="12700">
            <a:miter lim="400000"/>
          </a:ln>
        </p:spPr>
        <p:txBody>
          <a:bodyPr lIns="45719" rIns="45719">
            <a:spAutoFit/>
          </a:bodyPr>
          <a:lstStyle>
            <a:lvl1pPr>
              <a:defRPr sz="1400">
                <a:solidFill>
                  <a:srgbClr val="808080"/>
                </a:solidFill>
              </a:defRPr>
            </a:lvl1pPr>
          </a:lstStyle>
          <a:p>
            <a:r>
              <a:t>2023</a:t>
            </a:r>
          </a:p>
        </p:txBody>
      </p:sp>
      <p:sp>
        <p:nvSpPr>
          <p:cNvPr id="154" name="Straight Connector 9"/>
          <p:cNvSpPr/>
          <p:nvPr/>
        </p:nvSpPr>
        <p:spPr>
          <a:xfrm>
            <a:off x="1258528" y="6571636"/>
            <a:ext cx="2303435" cy="1"/>
          </a:xfrm>
          <a:prstGeom prst="line">
            <a:avLst/>
          </a:prstGeom>
          <a:ln w="19050">
            <a:solidFill>
              <a:srgbClr val="808080"/>
            </a:solidFill>
            <a:miter/>
          </a:ln>
        </p:spPr>
        <p:txBody>
          <a:bodyPr lIns="45719" rIns="45719"/>
          <a:lstStyle/>
          <a:p>
            <a:endParaRPr/>
          </a:p>
        </p:txBody>
      </p:sp>
      <p:sp>
        <p:nvSpPr>
          <p:cNvPr id="155" name="Текст заголовка"/>
          <p:cNvSpPr>
            <a:spLocks noGrp="1" noEditPoints="1"/>
          </p:cNvSpPr>
          <p:nvPr>
            <p:ph type="title"/>
          </p:nvPr>
        </p:nvSpPr>
        <p:spPr>
          <a:xfrm>
            <a:off x="884274" y="1705385"/>
            <a:ext cx="11178303" cy="2845474"/>
          </a:xfrm>
          <a:prstGeom prst="rect">
            <a:avLst/>
          </a:prstGeom>
        </p:spPr>
        <p:txBody>
          <a:bodyPr anchor="b">
            <a:normAutofit/>
          </a:bodyPr>
          <a:lstStyle>
            <a:lvl1pPr>
              <a:defRPr sz="5900"/>
            </a:lvl1pPr>
          </a:lstStyle>
          <a:p>
            <a:r>
              <a:t>Текст заголовка</a:t>
            </a:r>
          </a:p>
        </p:txBody>
      </p:sp>
      <p:sp>
        <p:nvSpPr>
          <p:cNvPr id="156" name="Уровень текста 1…"/>
          <p:cNvSpPr>
            <a:spLocks noGrp="1" noEditPoints="1"/>
          </p:cNvSpPr>
          <p:nvPr>
            <p:ph type="body" sz="quarter" idx="1"/>
          </p:nvPr>
        </p:nvSpPr>
        <p:spPr>
          <a:xfrm>
            <a:off x="884274" y="4577777"/>
            <a:ext cx="11178303" cy="1496368"/>
          </a:xfrm>
          <a:prstGeom prst="rect">
            <a:avLst/>
          </a:prstGeom>
        </p:spPr>
        <p:txBody>
          <a:bodyPr>
            <a:normAutofit/>
          </a:bodyPr>
          <a:lstStyle>
            <a:lvl1pPr>
              <a:defRPr sz="2300">
                <a:solidFill>
                  <a:srgbClr val="888888"/>
                </a:solidFill>
              </a:defRPr>
            </a:lvl1pPr>
            <a:lvl2pPr indent="456056">
              <a:defRPr sz="2300">
                <a:solidFill>
                  <a:srgbClr val="888888"/>
                </a:solidFill>
              </a:defRPr>
            </a:lvl2pPr>
            <a:lvl3pPr indent="912113">
              <a:defRPr sz="2300">
                <a:solidFill>
                  <a:srgbClr val="888888"/>
                </a:solidFill>
              </a:defRPr>
            </a:lvl3pPr>
            <a:lvl4pPr indent="1368171">
              <a:defRPr sz="2300">
                <a:solidFill>
                  <a:srgbClr val="888888"/>
                </a:solidFill>
              </a:defRPr>
            </a:lvl4pPr>
            <a:lvl5pPr indent="1824227">
              <a:defRPr sz="2300">
                <a:solidFill>
                  <a:srgbClr val="888888"/>
                </a:solidFill>
              </a:defRPr>
            </a:lvl5pPr>
          </a:lstStyle>
          <a:p>
            <a:pPr lvl="0"/>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
        <p:nvSpPr>
          <p:cNvPr id="157" name="Номер слайда"/>
          <p:cNvSpPr>
            <a:spLocks noGrp="1" noEditPoints="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Только заголовок">
    <p:spTree>
      <p:nvGrpSpPr>
        <p:cNvPr id="1" name=""/>
        <p:cNvGrpSpPr/>
        <p:nvPr/>
      </p:nvGrpSpPr>
      <p:grpSpPr>
        <a:xfrm>
          <a:off x="0" y="0"/>
          <a:ext cx="0" cy="0"/>
          <a:chOff x="0" y="0"/>
          <a:chExt cx="0" cy="0"/>
        </a:xfrm>
      </p:grpSpPr>
      <p:pic>
        <p:nvPicPr>
          <p:cNvPr id="164" name="Рисунок 9" descr="Рисунок 9"/>
          <p:cNvPicPr>
            <a:picLocks noChangeAspect="1"/>
          </p:cNvPicPr>
          <p:nvPr/>
        </p:nvPicPr>
        <p:blipFill>
          <a:blip r:embed="rId2"/>
          <a:srcRect/>
          <a:stretch>
            <a:fillRect/>
          </a:stretch>
        </p:blipFill>
        <p:spPr>
          <a:xfrm>
            <a:off x="10856487" y="124476"/>
            <a:ext cx="1574790" cy="687183"/>
          </a:xfrm>
          <a:prstGeom prst="rect">
            <a:avLst/>
          </a:prstGeom>
          <a:ln w="12700">
            <a:miter lim="400000"/>
          </a:ln>
        </p:spPr>
      </p:pic>
      <p:sp>
        <p:nvSpPr>
          <p:cNvPr id="165" name="Прямоугольник 4"/>
          <p:cNvSpPr/>
          <p:nvPr/>
        </p:nvSpPr>
        <p:spPr>
          <a:xfrm>
            <a:off x="-3244" y="288565"/>
            <a:ext cx="894269" cy="319820"/>
          </a:xfrm>
          <a:prstGeom prst="rect">
            <a:avLst/>
          </a:prstGeom>
          <a:solidFill>
            <a:schemeClr val="accent1"/>
          </a:solidFill>
          <a:ln w="12700">
            <a:miter lim="400000"/>
          </a:ln>
        </p:spPr>
        <p:txBody>
          <a:bodyPr lIns="45719" rIns="45719" anchor="ctr"/>
          <a:lstStyle/>
          <a:p>
            <a:pPr algn="ctr"/>
            <a:endParaRPr/>
          </a:p>
        </p:txBody>
      </p:sp>
      <p:sp>
        <p:nvSpPr>
          <p:cNvPr id="166" name="TextBox 7"/>
          <p:cNvSpPr txBox="1"/>
          <p:nvPr/>
        </p:nvSpPr>
        <p:spPr>
          <a:xfrm>
            <a:off x="600118" y="6407915"/>
            <a:ext cx="524201" cy="288825"/>
          </a:xfrm>
          <a:prstGeom prst="rect">
            <a:avLst/>
          </a:prstGeom>
          <a:ln w="12700">
            <a:miter lim="400000"/>
          </a:ln>
        </p:spPr>
        <p:txBody>
          <a:bodyPr lIns="45719" rIns="45719">
            <a:spAutoFit/>
          </a:bodyPr>
          <a:lstStyle>
            <a:lvl1pPr>
              <a:defRPr sz="1400">
                <a:solidFill>
                  <a:srgbClr val="808080"/>
                </a:solidFill>
              </a:defRPr>
            </a:lvl1pPr>
          </a:lstStyle>
          <a:p>
            <a:r>
              <a:t>2023</a:t>
            </a:r>
          </a:p>
        </p:txBody>
      </p:sp>
      <p:sp>
        <p:nvSpPr>
          <p:cNvPr id="167" name="Straight Connector 8"/>
          <p:cNvSpPr/>
          <p:nvPr/>
        </p:nvSpPr>
        <p:spPr>
          <a:xfrm>
            <a:off x="1258528" y="6571636"/>
            <a:ext cx="2303435" cy="1"/>
          </a:xfrm>
          <a:prstGeom prst="line">
            <a:avLst/>
          </a:prstGeom>
          <a:ln w="19050">
            <a:solidFill>
              <a:srgbClr val="808080"/>
            </a:solidFill>
            <a:miter/>
          </a:ln>
        </p:spPr>
        <p:txBody>
          <a:bodyPr lIns="45719" rIns="45719"/>
          <a:lstStyle/>
          <a:p>
            <a:endParaRPr/>
          </a:p>
        </p:txBody>
      </p:sp>
      <p:sp>
        <p:nvSpPr>
          <p:cNvPr id="168" name="Текст заголовка"/>
          <p:cNvSpPr>
            <a:spLocks noGrp="1" noEditPoints="1"/>
          </p:cNvSpPr>
          <p:nvPr>
            <p:ph type="title"/>
          </p:nvPr>
        </p:nvSpPr>
        <p:spPr>
          <a:xfrm>
            <a:off x="891024" y="900000"/>
            <a:ext cx="9576680" cy="714359"/>
          </a:xfrm>
          <a:prstGeom prst="rect">
            <a:avLst/>
          </a:prstGeom>
        </p:spPr>
        <p:txBody>
          <a:bodyPr>
            <a:normAutofit/>
          </a:bodyPr>
          <a:lstStyle/>
          <a:p>
            <a:r>
              <a:t>Текст заголовка</a:t>
            </a:r>
          </a:p>
        </p:txBody>
      </p:sp>
      <p:sp>
        <p:nvSpPr>
          <p:cNvPr id="169" name="Номер слайда"/>
          <p:cNvSpPr>
            <a:spLocks noGrp="1" noEditPoints="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3_Титульный слайд">
    <p:bg>
      <p:bgPr>
        <a:solidFill>
          <a:schemeClr val="accent1"/>
        </a:solidFill>
        <a:effectLst/>
      </p:bgPr>
    </p:bg>
    <p:spTree>
      <p:nvGrpSpPr>
        <p:cNvPr id="1" name=""/>
        <p:cNvGrpSpPr/>
        <p:nvPr/>
      </p:nvGrpSpPr>
      <p:grpSpPr>
        <a:xfrm>
          <a:off x="0" y="0"/>
          <a:ext cx="0" cy="0"/>
          <a:chOff x="0" y="0"/>
          <a:chExt cx="0" cy="0"/>
        </a:xfrm>
      </p:grpSpPr>
      <p:sp>
        <p:nvSpPr>
          <p:cNvPr id="176" name="ОБРАЗЕЦ ЗАГОЛОВКА"/>
          <p:cNvSpPr>
            <a:spLocks noGrp="1" noEditPoints="1"/>
          </p:cNvSpPr>
          <p:nvPr>
            <p:ph type="title" hasCustomPrompt="1"/>
          </p:nvPr>
        </p:nvSpPr>
        <p:spPr>
          <a:xfrm>
            <a:off x="916863" y="1616633"/>
            <a:ext cx="10423444" cy="2200944"/>
          </a:xfrm>
          <a:prstGeom prst="rect">
            <a:avLst/>
          </a:prstGeom>
        </p:spPr>
        <p:txBody>
          <a:bodyPr anchor="b">
            <a:normAutofit/>
          </a:bodyPr>
          <a:lstStyle>
            <a:lvl1pPr>
              <a:defRPr sz="6900">
                <a:solidFill>
                  <a:srgbClr val="FFFFFF"/>
                </a:solidFill>
                <a:latin typeface="+mn-lt"/>
                <a:ea typeface="+mn-ea"/>
                <a:cs typeface="+mn-cs"/>
                <a:sym typeface="Times New Roman"/>
              </a:defRPr>
            </a:lvl1pPr>
          </a:lstStyle>
          <a:p>
            <a:r>
              <a:t>ОБРАЗЕЦ ЗАГОЛОВКА</a:t>
            </a:r>
          </a:p>
        </p:txBody>
      </p:sp>
      <p:sp>
        <p:nvSpPr>
          <p:cNvPr id="177" name="Уровень текста 1…"/>
          <p:cNvSpPr>
            <a:spLocks noGrp="1" noEditPoints="1"/>
          </p:cNvSpPr>
          <p:nvPr>
            <p:ph type="body" sz="quarter" idx="1"/>
          </p:nvPr>
        </p:nvSpPr>
        <p:spPr>
          <a:xfrm>
            <a:off x="916863" y="3971147"/>
            <a:ext cx="10423444" cy="819676"/>
          </a:xfrm>
          <a:prstGeom prst="rect">
            <a:avLst/>
          </a:prstGeom>
        </p:spPr>
        <p:txBody>
          <a:bodyPr>
            <a:normAutofit/>
          </a:bodyPr>
          <a:lstStyle>
            <a:lvl1pPr>
              <a:defRPr sz="2300">
                <a:solidFill>
                  <a:srgbClr val="FFFFFF"/>
                </a:solidFill>
              </a:defRPr>
            </a:lvl1pPr>
            <a:lvl2pPr indent="456056">
              <a:defRPr sz="2300">
                <a:solidFill>
                  <a:srgbClr val="FFFFFF"/>
                </a:solidFill>
              </a:defRPr>
            </a:lvl2pPr>
            <a:lvl3pPr indent="912113">
              <a:defRPr sz="2300">
                <a:solidFill>
                  <a:srgbClr val="FFFFFF"/>
                </a:solidFill>
              </a:defRPr>
            </a:lvl3pPr>
            <a:lvl4pPr indent="1368171">
              <a:defRPr sz="2300">
                <a:solidFill>
                  <a:srgbClr val="FFFFFF"/>
                </a:solidFill>
              </a:defRPr>
            </a:lvl4pPr>
            <a:lvl5pPr indent="1824227">
              <a:defRPr sz="2300">
                <a:solidFill>
                  <a:srgbClr val="FFFFFF"/>
                </a:solidFill>
              </a:defRPr>
            </a:lvl5pPr>
          </a:lstStyle>
          <a:p>
            <a:pPr lvl="0"/>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pic>
        <p:nvPicPr>
          <p:cNvPr id="178" name="Рисунок 21" descr="Рисунок 21"/>
          <p:cNvPicPr>
            <a:picLocks noChangeAspect="1"/>
          </p:cNvPicPr>
          <p:nvPr/>
        </p:nvPicPr>
        <p:blipFill>
          <a:blip r:embed="rId2"/>
          <a:srcRect/>
          <a:stretch>
            <a:fillRect/>
          </a:stretch>
        </p:blipFill>
        <p:spPr>
          <a:xfrm>
            <a:off x="8770519" y="0"/>
            <a:ext cx="4189831" cy="6840539"/>
          </a:xfrm>
          <a:prstGeom prst="rect">
            <a:avLst/>
          </a:prstGeom>
          <a:ln w="12700">
            <a:miter lim="400000"/>
          </a:ln>
        </p:spPr>
      </p:pic>
      <p:pic>
        <p:nvPicPr>
          <p:cNvPr id="179" name="Рисунок 13" descr="Рисунок 13"/>
          <p:cNvPicPr>
            <a:picLocks noChangeAspect="1"/>
          </p:cNvPicPr>
          <p:nvPr/>
        </p:nvPicPr>
        <p:blipFill>
          <a:blip r:embed="rId3"/>
          <a:srcRect/>
          <a:stretch>
            <a:fillRect/>
          </a:stretch>
        </p:blipFill>
        <p:spPr>
          <a:xfrm>
            <a:off x="853759" y="329337"/>
            <a:ext cx="1862897" cy="819676"/>
          </a:xfrm>
          <a:prstGeom prst="rect">
            <a:avLst/>
          </a:prstGeom>
          <a:ln w="12700">
            <a:miter lim="400000"/>
          </a:ln>
        </p:spPr>
      </p:pic>
      <p:sp>
        <p:nvSpPr>
          <p:cNvPr id="180" name="TextBox 12"/>
          <p:cNvSpPr txBox="1"/>
          <p:nvPr/>
        </p:nvSpPr>
        <p:spPr>
          <a:xfrm rot="16200000">
            <a:off x="11737005" y="954870"/>
            <a:ext cx="690615" cy="259223"/>
          </a:xfrm>
          <a:prstGeom prst="rect">
            <a:avLst/>
          </a:prstGeom>
          <a:ln w="12700">
            <a:miter lim="400000"/>
          </a:ln>
        </p:spPr>
        <p:txBody>
          <a:bodyPr lIns="0" tIns="0" rIns="0" bIns="0">
            <a:spAutoFit/>
          </a:bodyPr>
          <a:lstStyle>
            <a:lvl1pPr algn="r">
              <a:defRPr>
                <a:solidFill>
                  <a:srgbClr val="FFFFFF"/>
                </a:solidFill>
              </a:defRPr>
            </a:lvl1pPr>
          </a:lstStyle>
          <a:p>
            <a:r>
              <a:t>2024</a:t>
            </a:r>
          </a:p>
        </p:txBody>
      </p:sp>
      <p:sp>
        <p:nvSpPr>
          <p:cNvPr id="181" name="Straight Connector 14"/>
          <p:cNvSpPr/>
          <p:nvPr/>
        </p:nvSpPr>
        <p:spPr>
          <a:xfrm>
            <a:off x="12128268" y="1404850"/>
            <a:ext cx="1" cy="2302626"/>
          </a:xfrm>
          <a:prstGeom prst="line">
            <a:avLst/>
          </a:prstGeom>
          <a:ln w="25400">
            <a:solidFill>
              <a:srgbClr val="FFFFFF"/>
            </a:solidFill>
            <a:miter/>
          </a:ln>
        </p:spPr>
        <p:txBody>
          <a:bodyPr lIns="45719" rIns="45719"/>
          <a:lstStyle/>
          <a:p>
            <a:endParaRPr/>
          </a:p>
        </p:txBody>
      </p:sp>
      <p:sp>
        <p:nvSpPr>
          <p:cNvPr id="182" name="TextBox 15"/>
          <p:cNvSpPr txBox="1"/>
          <p:nvPr/>
        </p:nvSpPr>
        <p:spPr>
          <a:xfrm rot="16200000">
            <a:off x="11531872" y="5633390"/>
            <a:ext cx="1097103" cy="221953"/>
          </a:xfrm>
          <a:prstGeom prst="rect">
            <a:avLst/>
          </a:prstGeom>
          <a:ln w="12700">
            <a:miter lim="400000"/>
          </a:ln>
        </p:spPr>
        <p:txBody>
          <a:bodyPr lIns="0" tIns="0" rIns="0" bIns="0">
            <a:spAutoFit/>
          </a:bodyPr>
          <a:lstStyle>
            <a:lvl1pPr>
              <a:defRPr sz="1600" spc="100">
                <a:solidFill>
                  <a:srgbClr val="FFFFFF"/>
                </a:solidFill>
              </a:defRPr>
            </a:lvl1pPr>
          </a:lstStyle>
          <a:p>
            <a:r>
              <a:t>РАНХиГС</a:t>
            </a:r>
          </a:p>
        </p:txBody>
      </p:sp>
      <p:sp>
        <p:nvSpPr>
          <p:cNvPr id="183" name="Номер слайда"/>
          <p:cNvSpPr>
            <a:spLocks noGrp="1" noEditPoints="1"/>
          </p:cNvSpPr>
          <p:nvPr>
            <p:ph type="sldNum" sz="quarter" idx="2"/>
          </p:nvPr>
        </p:nvSpPr>
        <p:spPr>
          <a:xfrm>
            <a:off x="6261100" y="6148658"/>
            <a:ext cx="3022600" cy="368301"/>
          </a:xfrm>
          <a:prstGeom prst="rect">
            <a:avLst/>
          </a:prstGeom>
        </p:spPr>
        <p:txBody>
          <a:bodyPr/>
          <a:lstStyle/>
          <a:p>
            <a:fld id="{86CB4B4D-7CA3-9044-876B-883B54F8677D}" type="slidenum">
              <a:t>‹#›</a:t>
            </a:fld>
            <a:endParaRPr/>
          </a:p>
        </p:txBody>
      </p:sp>
    </p:spTree>
  </p:cSld>
  <p:clrMapOvr>
    <a:masterClrMapping/>
  </p:clrMapOvr>
  <p:transition spd="med"/>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7_Титульный слайд">
    <p:bg>
      <p:bgPr>
        <a:solidFill>
          <a:srgbClr val="808080"/>
        </a:solidFill>
        <a:effectLst/>
      </p:bgPr>
    </p:bg>
    <p:spTree>
      <p:nvGrpSpPr>
        <p:cNvPr id="1" name=""/>
        <p:cNvGrpSpPr/>
        <p:nvPr/>
      </p:nvGrpSpPr>
      <p:grpSpPr>
        <a:xfrm>
          <a:off x="0" y="0"/>
          <a:ext cx="0" cy="0"/>
          <a:chOff x="0" y="0"/>
          <a:chExt cx="0" cy="0"/>
        </a:xfrm>
      </p:grpSpPr>
      <p:sp>
        <p:nvSpPr>
          <p:cNvPr id="190" name="ОБРАЗЕЦ ЗАГОЛОВКА"/>
          <p:cNvSpPr>
            <a:spLocks noGrp="1" noEditPoints="1"/>
          </p:cNvSpPr>
          <p:nvPr>
            <p:ph type="title" hasCustomPrompt="1"/>
          </p:nvPr>
        </p:nvSpPr>
        <p:spPr>
          <a:xfrm>
            <a:off x="916863" y="1616636"/>
            <a:ext cx="10423444" cy="2200943"/>
          </a:xfrm>
          <a:prstGeom prst="rect">
            <a:avLst/>
          </a:prstGeom>
        </p:spPr>
        <p:txBody>
          <a:bodyPr anchor="b">
            <a:normAutofit/>
          </a:bodyPr>
          <a:lstStyle>
            <a:lvl1pPr>
              <a:defRPr sz="6900">
                <a:solidFill>
                  <a:srgbClr val="FFFFFF"/>
                </a:solidFill>
                <a:latin typeface="+mn-lt"/>
                <a:ea typeface="+mn-ea"/>
                <a:cs typeface="+mn-cs"/>
                <a:sym typeface="Times New Roman"/>
              </a:defRPr>
            </a:lvl1pPr>
          </a:lstStyle>
          <a:p>
            <a:r>
              <a:t>ОБРАЗЕЦ ЗАГОЛОВКА</a:t>
            </a:r>
          </a:p>
        </p:txBody>
      </p:sp>
      <p:sp>
        <p:nvSpPr>
          <p:cNvPr id="191" name="Уровень текста 1…"/>
          <p:cNvSpPr>
            <a:spLocks noGrp="1" noEditPoints="1"/>
          </p:cNvSpPr>
          <p:nvPr>
            <p:ph type="body" sz="quarter" idx="1"/>
          </p:nvPr>
        </p:nvSpPr>
        <p:spPr>
          <a:xfrm>
            <a:off x="916863" y="3971149"/>
            <a:ext cx="10423444" cy="819676"/>
          </a:xfrm>
          <a:prstGeom prst="rect">
            <a:avLst/>
          </a:prstGeom>
        </p:spPr>
        <p:txBody>
          <a:bodyPr>
            <a:normAutofit/>
          </a:bodyPr>
          <a:lstStyle>
            <a:lvl1pPr>
              <a:defRPr sz="2300">
                <a:solidFill>
                  <a:srgbClr val="FFFFFF"/>
                </a:solidFill>
              </a:defRPr>
            </a:lvl1pPr>
            <a:lvl2pPr indent="456056">
              <a:defRPr sz="2300">
                <a:solidFill>
                  <a:srgbClr val="FFFFFF"/>
                </a:solidFill>
              </a:defRPr>
            </a:lvl2pPr>
            <a:lvl3pPr indent="912113">
              <a:defRPr sz="2300">
                <a:solidFill>
                  <a:srgbClr val="FFFFFF"/>
                </a:solidFill>
              </a:defRPr>
            </a:lvl3pPr>
            <a:lvl4pPr indent="1368171">
              <a:defRPr sz="2300">
                <a:solidFill>
                  <a:srgbClr val="FFFFFF"/>
                </a:solidFill>
              </a:defRPr>
            </a:lvl4pPr>
            <a:lvl5pPr indent="1824227">
              <a:defRPr sz="2300">
                <a:solidFill>
                  <a:srgbClr val="FFFFFF"/>
                </a:solidFill>
              </a:defRPr>
            </a:lvl5pPr>
          </a:lstStyle>
          <a:p>
            <a:pPr lvl="0"/>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pic>
        <p:nvPicPr>
          <p:cNvPr id="192" name="Рисунок 21" descr="Рисунок 21"/>
          <p:cNvPicPr>
            <a:picLocks noChangeAspect="1"/>
          </p:cNvPicPr>
          <p:nvPr/>
        </p:nvPicPr>
        <p:blipFill>
          <a:blip r:embed="rId2"/>
          <a:srcRect/>
          <a:stretch>
            <a:fillRect/>
          </a:stretch>
        </p:blipFill>
        <p:spPr>
          <a:xfrm>
            <a:off x="8770519" y="0"/>
            <a:ext cx="4189831" cy="6840539"/>
          </a:xfrm>
          <a:prstGeom prst="rect">
            <a:avLst/>
          </a:prstGeom>
          <a:ln w="12700">
            <a:miter lim="400000"/>
          </a:ln>
        </p:spPr>
      </p:pic>
      <p:pic>
        <p:nvPicPr>
          <p:cNvPr id="193" name="Рисунок 13" descr="Рисунок 13"/>
          <p:cNvPicPr>
            <a:picLocks noChangeAspect="1"/>
          </p:cNvPicPr>
          <p:nvPr/>
        </p:nvPicPr>
        <p:blipFill>
          <a:blip r:embed="rId3"/>
          <a:srcRect/>
          <a:stretch>
            <a:fillRect/>
          </a:stretch>
        </p:blipFill>
        <p:spPr>
          <a:xfrm>
            <a:off x="853759" y="329337"/>
            <a:ext cx="1862897" cy="819676"/>
          </a:xfrm>
          <a:prstGeom prst="rect">
            <a:avLst/>
          </a:prstGeom>
          <a:ln w="12700">
            <a:miter lim="400000"/>
          </a:ln>
        </p:spPr>
      </p:pic>
      <p:sp>
        <p:nvSpPr>
          <p:cNvPr id="194" name="TextBox 12"/>
          <p:cNvSpPr txBox="1"/>
          <p:nvPr/>
        </p:nvSpPr>
        <p:spPr>
          <a:xfrm rot="16200000">
            <a:off x="11737005" y="954870"/>
            <a:ext cx="690615" cy="259223"/>
          </a:xfrm>
          <a:prstGeom prst="rect">
            <a:avLst/>
          </a:prstGeom>
          <a:ln w="12700">
            <a:miter lim="400000"/>
          </a:ln>
        </p:spPr>
        <p:txBody>
          <a:bodyPr lIns="0" tIns="0" rIns="0" bIns="0">
            <a:spAutoFit/>
          </a:bodyPr>
          <a:lstStyle>
            <a:lvl1pPr algn="r">
              <a:defRPr>
                <a:solidFill>
                  <a:srgbClr val="FFFFFF"/>
                </a:solidFill>
              </a:defRPr>
            </a:lvl1pPr>
          </a:lstStyle>
          <a:p>
            <a:r>
              <a:t>2023</a:t>
            </a:r>
          </a:p>
        </p:txBody>
      </p:sp>
      <p:sp>
        <p:nvSpPr>
          <p:cNvPr id="195" name="Straight Connector 14"/>
          <p:cNvSpPr/>
          <p:nvPr/>
        </p:nvSpPr>
        <p:spPr>
          <a:xfrm>
            <a:off x="12128268" y="1404850"/>
            <a:ext cx="1" cy="2302626"/>
          </a:xfrm>
          <a:prstGeom prst="line">
            <a:avLst/>
          </a:prstGeom>
          <a:ln w="25400">
            <a:solidFill>
              <a:srgbClr val="FFFFFF"/>
            </a:solidFill>
            <a:miter/>
          </a:ln>
        </p:spPr>
        <p:txBody>
          <a:bodyPr lIns="45719" rIns="45719"/>
          <a:lstStyle/>
          <a:p>
            <a:endParaRPr/>
          </a:p>
        </p:txBody>
      </p:sp>
      <p:sp>
        <p:nvSpPr>
          <p:cNvPr id="196" name="TextBox 15"/>
          <p:cNvSpPr txBox="1"/>
          <p:nvPr/>
        </p:nvSpPr>
        <p:spPr>
          <a:xfrm rot="16200000">
            <a:off x="11531872" y="5633390"/>
            <a:ext cx="1097103" cy="221953"/>
          </a:xfrm>
          <a:prstGeom prst="rect">
            <a:avLst/>
          </a:prstGeom>
          <a:ln w="12700">
            <a:miter lim="400000"/>
          </a:ln>
        </p:spPr>
        <p:txBody>
          <a:bodyPr lIns="0" tIns="0" rIns="0" bIns="0">
            <a:spAutoFit/>
          </a:bodyPr>
          <a:lstStyle>
            <a:lvl1pPr>
              <a:defRPr sz="1600" spc="100">
                <a:solidFill>
                  <a:srgbClr val="FFFFFF"/>
                </a:solidFill>
              </a:defRPr>
            </a:lvl1pPr>
          </a:lstStyle>
          <a:p>
            <a:r>
              <a:t>РАНХиГС</a:t>
            </a:r>
          </a:p>
        </p:txBody>
      </p:sp>
      <p:sp>
        <p:nvSpPr>
          <p:cNvPr id="197" name="Номер слайда"/>
          <p:cNvSpPr>
            <a:spLocks noGrp="1" noEditPoints="1"/>
          </p:cNvSpPr>
          <p:nvPr>
            <p:ph type="sldNum" sz="quarter" idx="2"/>
          </p:nvPr>
        </p:nvSpPr>
        <p:spPr>
          <a:xfrm>
            <a:off x="6261100" y="6148658"/>
            <a:ext cx="3022600" cy="368301"/>
          </a:xfrm>
          <a:prstGeom prst="rect">
            <a:avLst/>
          </a:prstGeom>
        </p:spPr>
        <p:txBody>
          <a:bodyPr/>
          <a:lstStyle/>
          <a:p>
            <a:fld id="{86CB4B4D-7CA3-9044-876B-883B54F8677D}" type="slidenum">
              <a:t>‹#›</a:t>
            </a:fld>
            <a:endParaRPr/>
          </a:p>
        </p:txBody>
      </p:sp>
    </p:spTree>
  </p:cSld>
  <p:clrMapOvr>
    <a:masterClrMapping/>
  </p:clrMapOvr>
  <p:transition spd="med"/>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8_Титульный слайд">
    <p:bg>
      <p:bgPr>
        <a:solidFill>
          <a:srgbClr val="A6A6A6"/>
        </a:solidFill>
        <a:effectLst/>
      </p:bgPr>
    </p:bg>
    <p:spTree>
      <p:nvGrpSpPr>
        <p:cNvPr id="1" name=""/>
        <p:cNvGrpSpPr/>
        <p:nvPr/>
      </p:nvGrpSpPr>
      <p:grpSpPr>
        <a:xfrm>
          <a:off x="0" y="0"/>
          <a:ext cx="0" cy="0"/>
          <a:chOff x="0" y="0"/>
          <a:chExt cx="0" cy="0"/>
        </a:xfrm>
      </p:grpSpPr>
      <p:sp>
        <p:nvSpPr>
          <p:cNvPr id="204" name="ОБРАЗЕЦ ЗАГОЛОВКА"/>
          <p:cNvSpPr>
            <a:spLocks noGrp="1" noEditPoints="1"/>
          </p:cNvSpPr>
          <p:nvPr>
            <p:ph type="title" hasCustomPrompt="1"/>
          </p:nvPr>
        </p:nvSpPr>
        <p:spPr>
          <a:xfrm>
            <a:off x="916863" y="1616636"/>
            <a:ext cx="10423444" cy="2200943"/>
          </a:xfrm>
          <a:prstGeom prst="rect">
            <a:avLst/>
          </a:prstGeom>
        </p:spPr>
        <p:txBody>
          <a:bodyPr anchor="b">
            <a:normAutofit/>
          </a:bodyPr>
          <a:lstStyle>
            <a:lvl1pPr>
              <a:defRPr sz="6900">
                <a:solidFill>
                  <a:srgbClr val="FFFFFF"/>
                </a:solidFill>
                <a:latin typeface="+mn-lt"/>
                <a:ea typeface="+mn-ea"/>
                <a:cs typeface="+mn-cs"/>
                <a:sym typeface="Times New Roman"/>
              </a:defRPr>
            </a:lvl1pPr>
          </a:lstStyle>
          <a:p>
            <a:r>
              <a:t>ОБРАЗЕЦ ЗАГОЛОВКА</a:t>
            </a:r>
          </a:p>
        </p:txBody>
      </p:sp>
      <p:sp>
        <p:nvSpPr>
          <p:cNvPr id="205" name="Уровень текста 1…"/>
          <p:cNvSpPr>
            <a:spLocks noGrp="1" noEditPoints="1"/>
          </p:cNvSpPr>
          <p:nvPr>
            <p:ph type="body" sz="quarter" idx="1"/>
          </p:nvPr>
        </p:nvSpPr>
        <p:spPr>
          <a:xfrm>
            <a:off x="916863" y="3971149"/>
            <a:ext cx="10423444" cy="819676"/>
          </a:xfrm>
          <a:prstGeom prst="rect">
            <a:avLst/>
          </a:prstGeom>
        </p:spPr>
        <p:txBody>
          <a:bodyPr>
            <a:normAutofit/>
          </a:bodyPr>
          <a:lstStyle>
            <a:lvl1pPr>
              <a:defRPr sz="2300">
                <a:solidFill>
                  <a:srgbClr val="FFFFFF"/>
                </a:solidFill>
              </a:defRPr>
            </a:lvl1pPr>
            <a:lvl2pPr indent="456056">
              <a:defRPr sz="2300">
                <a:solidFill>
                  <a:srgbClr val="FFFFFF"/>
                </a:solidFill>
              </a:defRPr>
            </a:lvl2pPr>
            <a:lvl3pPr indent="912113">
              <a:defRPr sz="2300">
                <a:solidFill>
                  <a:srgbClr val="FFFFFF"/>
                </a:solidFill>
              </a:defRPr>
            </a:lvl3pPr>
            <a:lvl4pPr indent="1368171">
              <a:defRPr sz="2300">
                <a:solidFill>
                  <a:srgbClr val="FFFFFF"/>
                </a:solidFill>
              </a:defRPr>
            </a:lvl4pPr>
            <a:lvl5pPr indent="1824227">
              <a:defRPr sz="2300">
                <a:solidFill>
                  <a:srgbClr val="FFFFFF"/>
                </a:solidFill>
              </a:defRPr>
            </a:lvl5pPr>
          </a:lstStyle>
          <a:p>
            <a:pPr lvl="0"/>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pic>
        <p:nvPicPr>
          <p:cNvPr id="206" name="Рисунок 21" descr="Рисунок 21"/>
          <p:cNvPicPr>
            <a:picLocks noChangeAspect="1"/>
          </p:cNvPicPr>
          <p:nvPr/>
        </p:nvPicPr>
        <p:blipFill>
          <a:blip r:embed="rId2"/>
          <a:srcRect/>
          <a:stretch>
            <a:fillRect/>
          </a:stretch>
        </p:blipFill>
        <p:spPr>
          <a:xfrm>
            <a:off x="8770519" y="0"/>
            <a:ext cx="4189831" cy="6840539"/>
          </a:xfrm>
          <a:prstGeom prst="rect">
            <a:avLst/>
          </a:prstGeom>
          <a:ln w="12700">
            <a:miter lim="400000"/>
          </a:ln>
        </p:spPr>
      </p:pic>
      <p:pic>
        <p:nvPicPr>
          <p:cNvPr id="207" name="Рисунок 13" descr="Рисунок 13"/>
          <p:cNvPicPr>
            <a:picLocks noChangeAspect="1"/>
          </p:cNvPicPr>
          <p:nvPr/>
        </p:nvPicPr>
        <p:blipFill>
          <a:blip r:embed="rId3"/>
          <a:srcRect/>
          <a:stretch>
            <a:fillRect/>
          </a:stretch>
        </p:blipFill>
        <p:spPr>
          <a:xfrm>
            <a:off x="853759" y="329337"/>
            <a:ext cx="1862897" cy="819676"/>
          </a:xfrm>
          <a:prstGeom prst="rect">
            <a:avLst/>
          </a:prstGeom>
          <a:ln w="12700">
            <a:miter lim="400000"/>
          </a:ln>
        </p:spPr>
      </p:pic>
      <p:sp>
        <p:nvSpPr>
          <p:cNvPr id="208" name="TextBox 12"/>
          <p:cNvSpPr txBox="1"/>
          <p:nvPr/>
        </p:nvSpPr>
        <p:spPr>
          <a:xfrm rot="16200000">
            <a:off x="11737005" y="954870"/>
            <a:ext cx="690615" cy="259223"/>
          </a:xfrm>
          <a:prstGeom prst="rect">
            <a:avLst/>
          </a:prstGeom>
          <a:ln w="12700">
            <a:miter lim="400000"/>
          </a:ln>
        </p:spPr>
        <p:txBody>
          <a:bodyPr lIns="0" tIns="0" rIns="0" bIns="0">
            <a:spAutoFit/>
          </a:bodyPr>
          <a:lstStyle>
            <a:lvl1pPr algn="r">
              <a:defRPr>
                <a:solidFill>
                  <a:srgbClr val="FFFFFF"/>
                </a:solidFill>
              </a:defRPr>
            </a:lvl1pPr>
          </a:lstStyle>
          <a:p>
            <a:r>
              <a:t>2023</a:t>
            </a:r>
          </a:p>
        </p:txBody>
      </p:sp>
      <p:sp>
        <p:nvSpPr>
          <p:cNvPr id="209" name="Straight Connector 14"/>
          <p:cNvSpPr/>
          <p:nvPr/>
        </p:nvSpPr>
        <p:spPr>
          <a:xfrm>
            <a:off x="12128268" y="1404850"/>
            <a:ext cx="1" cy="2302626"/>
          </a:xfrm>
          <a:prstGeom prst="line">
            <a:avLst/>
          </a:prstGeom>
          <a:ln w="25400">
            <a:solidFill>
              <a:srgbClr val="FFFFFF"/>
            </a:solidFill>
            <a:miter/>
          </a:ln>
        </p:spPr>
        <p:txBody>
          <a:bodyPr lIns="45719" rIns="45719"/>
          <a:lstStyle/>
          <a:p>
            <a:endParaRPr/>
          </a:p>
        </p:txBody>
      </p:sp>
      <p:sp>
        <p:nvSpPr>
          <p:cNvPr id="210" name="TextBox 15"/>
          <p:cNvSpPr txBox="1"/>
          <p:nvPr/>
        </p:nvSpPr>
        <p:spPr>
          <a:xfrm rot="16200000">
            <a:off x="11531872" y="5633390"/>
            <a:ext cx="1097103" cy="221953"/>
          </a:xfrm>
          <a:prstGeom prst="rect">
            <a:avLst/>
          </a:prstGeom>
          <a:ln w="12700">
            <a:miter lim="400000"/>
          </a:ln>
        </p:spPr>
        <p:txBody>
          <a:bodyPr lIns="0" tIns="0" rIns="0" bIns="0">
            <a:spAutoFit/>
          </a:bodyPr>
          <a:lstStyle>
            <a:lvl1pPr>
              <a:defRPr sz="1600" spc="100">
                <a:solidFill>
                  <a:srgbClr val="FFFFFF"/>
                </a:solidFill>
              </a:defRPr>
            </a:lvl1pPr>
          </a:lstStyle>
          <a:p>
            <a:r>
              <a:t>РАНХиГС</a:t>
            </a:r>
          </a:p>
        </p:txBody>
      </p:sp>
      <p:sp>
        <p:nvSpPr>
          <p:cNvPr id="211" name="Номер слайда"/>
          <p:cNvSpPr>
            <a:spLocks noGrp="1" noEditPoints="1"/>
          </p:cNvSpPr>
          <p:nvPr>
            <p:ph type="sldNum" sz="quarter" idx="2"/>
          </p:nvPr>
        </p:nvSpPr>
        <p:spPr>
          <a:xfrm>
            <a:off x="6261100" y="6148658"/>
            <a:ext cx="3022600" cy="368301"/>
          </a:xfrm>
          <a:prstGeom prst="rect">
            <a:avLst/>
          </a:prstGeom>
        </p:spPr>
        <p:txBody>
          <a:bodyPr/>
          <a:lstStyle/>
          <a:p>
            <a:fld id="{86CB4B4D-7CA3-9044-876B-883B54F8677D}" type="slidenum">
              <a:t>‹#›</a:t>
            </a:fld>
            <a:endParaRPr/>
          </a:p>
        </p:txBody>
      </p:sp>
    </p:spTree>
  </p:cSld>
  <p:clrMapOvr>
    <a:masterClrMapping/>
  </p:clrMapOvr>
  <p:transition spd="med"/>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Пустой">
    <p:spTree>
      <p:nvGrpSpPr>
        <p:cNvPr id="1" name=""/>
        <p:cNvGrpSpPr/>
        <p:nvPr/>
      </p:nvGrpSpPr>
      <p:grpSpPr>
        <a:xfrm>
          <a:off x="0" y="0"/>
          <a:ext cx="0" cy="0"/>
          <a:chOff x="0" y="0"/>
          <a:chExt cx="0" cy="0"/>
        </a:xfrm>
      </p:grpSpPr>
      <p:sp>
        <p:nvSpPr>
          <p:cNvPr id="218" name="Номер слайда"/>
          <p:cNvSpPr>
            <a:spLocks noGrp="1" noEditPoints="1"/>
          </p:cNvSpPr>
          <p:nvPr>
            <p:ph type="sldNum" sz="quarter" idx="2"/>
          </p:nvPr>
        </p:nvSpPr>
        <p:spPr>
          <a:xfrm>
            <a:off x="6385741" y="6528114"/>
            <a:ext cx="176292" cy="174768"/>
          </a:xfrm>
          <a:prstGeom prst="rect">
            <a:avLst/>
          </a:prstGeom>
        </p:spPr>
        <p:txBody>
          <a:bodyPr lIns="25305" tIns="25305" rIns="25305" bIns="25305" anchor="b"/>
          <a:lstStyle>
            <a:lvl1pPr algn="ctr" defTabSz="291018">
              <a:defRPr sz="800">
                <a:solidFill>
                  <a:srgbClr val="000000"/>
                </a:solidFill>
                <a:latin typeface="Helvetica Neue"/>
                <a:ea typeface="Helvetica Neue"/>
                <a:cs typeface="Helvetica Neue"/>
                <a:sym typeface="Helvetica Neue"/>
              </a:defRPr>
            </a:lvl1pPr>
          </a:lstStyle>
          <a:p>
            <a:fld id="{86CB4B4D-7CA3-9044-876B-883B54F8677D}" type="slidenum">
              <a:t>‹#›</a:t>
            </a:fld>
            <a:endParaRPr/>
          </a:p>
        </p:txBody>
      </p:sp>
    </p:spTree>
  </p:cSld>
  <p:clrMapOvr>
    <a:masterClrMapping/>
  </p:clrMapOvr>
  <p:transition spd="med"/>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Рисунок 9" descr="Рисунок 9"/>
          <p:cNvPicPr>
            <a:picLocks noChangeAspect="1"/>
          </p:cNvPicPr>
          <p:nvPr/>
        </p:nvPicPr>
        <p:blipFill>
          <a:blip r:embed="rId18"/>
          <a:srcRect/>
          <a:stretch>
            <a:fillRect/>
          </a:stretch>
        </p:blipFill>
        <p:spPr>
          <a:xfrm>
            <a:off x="10856487" y="124476"/>
            <a:ext cx="1574790" cy="687183"/>
          </a:xfrm>
          <a:prstGeom prst="rect">
            <a:avLst/>
          </a:prstGeom>
          <a:ln w="12700">
            <a:miter lim="400000"/>
          </a:ln>
        </p:spPr>
      </p:pic>
      <p:sp>
        <p:nvSpPr>
          <p:cNvPr id="3" name="Прямоугольник 4"/>
          <p:cNvSpPr/>
          <p:nvPr/>
        </p:nvSpPr>
        <p:spPr>
          <a:xfrm>
            <a:off x="-3244" y="288565"/>
            <a:ext cx="894269" cy="319820"/>
          </a:xfrm>
          <a:prstGeom prst="rect">
            <a:avLst/>
          </a:prstGeom>
          <a:solidFill>
            <a:schemeClr val="accent1"/>
          </a:solidFill>
          <a:ln w="12700">
            <a:miter lim="400000"/>
          </a:ln>
        </p:spPr>
        <p:txBody>
          <a:bodyPr lIns="45719" rIns="45719" anchor="ctr"/>
          <a:lstStyle/>
          <a:p>
            <a:pPr algn="ctr"/>
            <a:endParaRPr/>
          </a:p>
        </p:txBody>
      </p:sp>
      <p:sp>
        <p:nvSpPr>
          <p:cNvPr id="4" name="TextBox 15"/>
          <p:cNvSpPr txBox="1"/>
          <p:nvPr/>
        </p:nvSpPr>
        <p:spPr>
          <a:xfrm>
            <a:off x="600118" y="6407915"/>
            <a:ext cx="524201" cy="288825"/>
          </a:xfrm>
          <a:prstGeom prst="rect">
            <a:avLst/>
          </a:prstGeom>
          <a:ln w="12700">
            <a:miter lim="400000"/>
          </a:ln>
        </p:spPr>
        <p:txBody>
          <a:bodyPr lIns="45719" rIns="45719">
            <a:spAutoFit/>
          </a:bodyPr>
          <a:lstStyle>
            <a:lvl1pPr>
              <a:defRPr sz="1400">
                <a:solidFill>
                  <a:srgbClr val="808080"/>
                </a:solidFill>
              </a:defRPr>
            </a:lvl1pPr>
          </a:lstStyle>
          <a:p>
            <a:r>
              <a:t>2023</a:t>
            </a:r>
          </a:p>
        </p:txBody>
      </p:sp>
      <p:sp>
        <p:nvSpPr>
          <p:cNvPr id="5" name="Straight Connector 16"/>
          <p:cNvSpPr/>
          <p:nvPr/>
        </p:nvSpPr>
        <p:spPr>
          <a:xfrm>
            <a:off x="1258528" y="6571636"/>
            <a:ext cx="2303435" cy="1"/>
          </a:xfrm>
          <a:prstGeom prst="line">
            <a:avLst/>
          </a:prstGeom>
          <a:ln w="19050">
            <a:solidFill>
              <a:srgbClr val="808080"/>
            </a:solidFill>
            <a:miter/>
          </a:ln>
        </p:spPr>
        <p:txBody>
          <a:bodyPr lIns="45719" rIns="45719"/>
          <a:lstStyle/>
          <a:p>
            <a:endParaRPr/>
          </a:p>
        </p:txBody>
      </p:sp>
      <p:pic>
        <p:nvPicPr>
          <p:cNvPr id="6" name="Рисунок 7" descr="Рисунок 7"/>
          <p:cNvPicPr>
            <a:picLocks noChangeAspect="1"/>
          </p:cNvPicPr>
          <p:nvPr/>
        </p:nvPicPr>
        <p:blipFill>
          <a:blip r:embed="rId19"/>
          <a:srcRect/>
          <a:stretch>
            <a:fillRect/>
          </a:stretch>
        </p:blipFill>
        <p:spPr>
          <a:xfrm>
            <a:off x="11902203" y="0"/>
            <a:ext cx="1058147" cy="6840539"/>
          </a:xfrm>
          <a:prstGeom prst="rect">
            <a:avLst/>
          </a:prstGeom>
          <a:ln w="12700">
            <a:miter lim="400000"/>
          </a:ln>
        </p:spPr>
      </p:pic>
      <p:sp>
        <p:nvSpPr>
          <p:cNvPr id="7" name="Номер слайда"/>
          <p:cNvSpPr>
            <a:spLocks noGrp="1" noEditPoints="1"/>
          </p:cNvSpPr>
          <p:nvPr>
            <p:ph type="sldNum" sz="quarter" idx="2"/>
          </p:nvPr>
        </p:nvSpPr>
        <p:spPr>
          <a:xfrm>
            <a:off x="601687" y="304062"/>
            <a:ext cx="301908" cy="288825"/>
          </a:xfrm>
          <a:prstGeom prst="rect">
            <a:avLst/>
          </a:prstGeom>
          <a:ln w="12700">
            <a:miter lim="400000"/>
          </a:ln>
        </p:spPr>
        <p:txBody>
          <a:bodyPr wrap="none" lIns="45719" rIns="45719" anchor="ctr">
            <a:spAutoFit/>
          </a:bodyPr>
          <a:lstStyle>
            <a:lvl1pPr algn="r">
              <a:defRPr sz="1400">
                <a:solidFill>
                  <a:srgbClr val="FFFFFF"/>
                </a:solidFill>
              </a:defRPr>
            </a:lvl1pPr>
          </a:lstStyle>
          <a:p>
            <a:fld id="{86CB4B4D-7CA3-9044-876B-883B54F8677D}" type="slidenum">
              <a:t>‹#›</a:t>
            </a:fld>
            <a:endParaRPr/>
          </a:p>
        </p:txBody>
      </p:sp>
      <p:sp>
        <p:nvSpPr>
          <p:cNvPr id="8" name="Текст заголовка"/>
          <p:cNvSpPr>
            <a:spLocks noGrp="1" noEditPoints="1"/>
          </p:cNvSpPr>
          <p:nvPr>
            <p:ph type="title"/>
          </p:nvPr>
        </p:nvSpPr>
        <p:spPr>
          <a:xfrm>
            <a:off x="647700" y="273620"/>
            <a:ext cx="11658600" cy="1320654"/>
          </a:xfrm>
          <a:prstGeom prst="rect">
            <a:avLst/>
          </a:prstGeom>
          <a:ln w="12700">
            <a:miter lim="400000"/>
          </a:ln>
        </p:spPr>
        <p:txBody>
          <a:bodyPr lIns="0" tIns="0" rIns="0" bIns="0"/>
          <a:lstStyle/>
          <a:p>
            <a:r>
              <a:t>Текст заголовка</a:t>
            </a:r>
          </a:p>
        </p:txBody>
      </p:sp>
      <p:sp>
        <p:nvSpPr>
          <p:cNvPr id="9" name="Уровень текста 1…"/>
          <p:cNvSpPr>
            <a:spLocks noGrp="1" noEditPoints="1"/>
          </p:cNvSpPr>
          <p:nvPr>
            <p:ph type="body" idx="1"/>
          </p:nvPr>
        </p:nvSpPr>
        <p:spPr>
          <a:xfrm>
            <a:off x="647700" y="1594273"/>
            <a:ext cx="11658600" cy="5238327"/>
          </a:xfrm>
          <a:prstGeom prst="rect">
            <a:avLst/>
          </a:prstGeom>
          <a:ln w="12700">
            <a:miter lim="400000"/>
          </a:ln>
        </p:spPr>
        <p:txBody>
          <a:bodyPr lIns="0" tIns="0" rIns="0" bIns="0"/>
          <a:lstStyle/>
          <a:p>
            <a:pPr lvl="0"/>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ransition spd="med"/>
  <p:hf sldNum="0" hdr="0" ftr="0" dt="0"/>
  <p:txStyles>
    <p:titleStyle>
      <a:lvl1pPr marL="0" marR="0" indent="0" algn="l" defTabSz="912113" rtl="0" latinLnBrk="0">
        <a:lnSpc>
          <a:spcPct val="90000"/>
        </a:lnSpc>
        <a:spcBef>
          <a:spcPts val="0"/>
        </a:spcBef>
        <a:spcAft>
          <a:spcPts val="0"/>
        </a:spcAft>
        <a:buSzPct val="100000"/>
        <a:buFontTx/>
        <a:buNone/>
        <a:defRPr sz="3200" b="1" i="0" u="none" strike="noStrike" cap="none" spc="0" baseline="0">
          <a:solidFill>
            <a:srgbClr val="000000"/>
          </a:solidFill>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0" marR="0" indent="0" algn="l" defTabSz="912113" rtl="0" latinLnBrk="0">
        <a:lnSpc>
          <a:spcPct val="90000"/>
        </a:lnSpc>
        <a:spcBef>
          <a:spcPts val="0"/>
        </a:spcBef>
        <a:spcAft>
          <a:spcPts val="0"/>
        </a:spcAft>
        <a:buSzPct val="100000"/>
        <a:buFontTx/>
        <a:buNone/>
        <a:defRPr sz="3200" b="1" i="0" u="none" strike="noStrike" cap="none" spc="0" baseline="0">
          <a:solidFill>
            <a:srgbClr val="000000"/>
          </a:solidFill>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2pPr>
      <a:lvl3pPr marL="0" marR="0" indent="0" algn="l" defTabSz="912113" rtl="0" latinLnBrk="0">
        <a:lnSpc>
          <a:spcPct val="90000"/>
        </a:lnSpc>
        <a:spcBef>
          <a:spcPts val="0"/>
        </a:spcBef>
        <a:spcAft>
          <a:spcPts val="0"/>
        </a:spcAft>
        <a:buSzPct val="100000"/>
        <a:buFontTx/>
        <a:buNone/>
        <a:defRPr sz="3200" b="1" i="0" u="none" strike="noStrike" cap="none" spc="0" baseline="0">
          <a:solidFill>
            <a:srgbClr val="000000"/>
          </a:solidFill>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3pPr>
      <a:lvl4pPr marL="0" marR="0" indent="0" algn="l" defTabSz="912113" rtl="0" latinLnBrk="0">
        <a:lnSpc>
          <a:spcPct val="90000"/>
        </a:lnSpc>
        <a:spcBef>
          <a:spcPts val="0"/>
        </a:spcBef>
        <a:spcAft>
          <a:spcPts val="0"/>
        </a:spcAft>
        <a:buSzPct val="100000"/>
        <a:buFontTx/>
        <a:buNone/>
        <a:defRPr sz="3200" b="1" i="0" u="none" strike="noStrike" cap="none" spc="0" baseline="0">
          <a:solidFill>
            <a:srgbClr val="000000"/>
          </a:solidFill>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4pPr>
      <a:lvl5pPr marL="0" marR="0" indent="0" algn="l" defTabSz="912113" rtl="0" latinLnBrk="0">
        <a:lnSpc>
          <a:spcPct val="90000"/>
        </a:lnSpc>
        <a:spcBef>
          <a:spcPts val="0"/>
        </a:spcBef>
        <a:spcAft>
          <a:spcPts val="0"/>
        </a:spcAft>
        <a:buSzPct val="100000"/>
        <a:buFontTx/>
        <a:buNone/>
        <a:defRPr sz="3200" b="1" i="0" u="none" strike="noStrike" cap="none" spc="0" baseline="0">
          <a:solidFill>
            <a:srgbClr val="000000"/>
          </a:solidFill>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5pPr>
      <a:lvl6pPr marL="0" marR="0" indent="0" algn="l" defTabSz="912113" rtl="0" latinLnBrk="0">
        <a:lnSpc>
          <a:spcPct val="90000"/>
        </a:lnSpc>
        <a:spcBef>
          <a:spcPts val="0"/>
        </a:spcBef>
        <a:spcAft>
          <a:spcPts val="0"/>
        </a:spcAft>
        <a:buSzPct val="100000"/>
        <a:buFontTx/>
        <a:buNone/>
        <a:defRPr sz="3200" b="1" i="0" u="none" strike="noStrike" cap="none" spc="0" baseline="0">
          <a:solidFill>
            <a:srgbClr val="000000"/>
          </a:solidFill>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6pPr>
      <a:lvl7pPr marL="0" marR="0" indent="0" algn="l" defTabSz="912113" rtl="0" latinLnBrk="0">
        <a:lnSpc>
          <a:spcPct val="90000"/>
        </a:lnSpc>
        <a:spcBef>
          <a:spcPts val="0"/>
        </a:spcBef>
        <a:spcAft>
          <a:spcPts val="0"/>
        </a:spcAft>
        <a:buSzPct val="100000"/>
        <a:buFontTx/>
        <a:buNone/>
        <a:defRPr sz="3200" b="1" i="0" u="none" strike="noStrike" cap="none" spc="0" baseline="0">
          <a:solidFill>
            <a:srgbClr val="000000"/>
          </a:solidFill>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7pPr>
      <a:lvl8pPr marL="0" marR="0" indent="0" algn="l" defTabSz="912113" rtl="0" latinLnBrk="0">
        <a:lnSpc>
          <a:spcPct val="90000"/>
        </a:lnSpc>
        <a:spcBef>
          <a:spcPts val="0"/>
        </a:spcBef>
        <a:spcAft>
          <a:spcPts val="0"/>
        </a:spcAft>
        <a:buSzPct val="100000"/>
        <a:buFontTx/>
        <a:buNone/>
        <a:defRPr sz="3200" b="1" i="0" u="none" strike="noStrike" cap="none" spc="0" baseline="0">
          <a:solidFill>
            <a:srgbClr val="000000"/>
          </a:solidFill>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8pPr>
      <a:lvl9pPr marL="0" marR="0" indent="0" algn="l" defTabSz="912113" rtl="0" latinLnBrk="0">
        <a:lnSpc>
          <a:spcPct val="90000"/>
        </a:lnSpc>
        <a:spcBef>
          <a:spcPts val="0"/>
        </a:spcBef>
        <a:spcAft>
          <a:spcPts val="0"/>
        </a:spcAft>
        <a:buSzPct val="100000"/>
        <a:buFontTx/>
        <a:buNone/>
        <a:defRPr sz="3200" b="1" i="0" u="none" strike="noStrike" cap="none" spc="0" baseline="0">
          <a:solidFill>
            <a:srgbClr val="000000"/>
          </a:solidFill>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9pPr>
    </p:titleStyle>
    <p:bodyStyle>
      <a:lvl1pPr marL="0" marR="0" indent="0" algn="l" defTabSz="912113" rtl="0" latinLnBrk="0">
        <a:lnSpc>
          <a:spcPct val="100000"/>
        </a:lnSpc>
        <a:spcBef>
          <a:spcPts val="900"/>
        </a:spcBef>
        <a:spcAft>
          <a:spcPts val="0"/>
        </a:spcAft>
        <a:buSzPct val="100000"/>
        <a:buFontTx/>
        <a:buNone/>
        <a:defRPr sz="1600" b="0" i="0" u="none" strike="noStrike" cap="none" spc="0" baseline="0">
          <a:solidFill>
            <a:srgbClr val="000000"/>
          </a:solidFill>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0" marR="0" indent="0" algn="l" defTabSz="912113" rtl="0" latinLnBrk="0">
        <a:lnSpc>
          <a:spcPct val="100000"/>
        </a:lnSpc>
        <a:spcBef>
          <a:spcPts val="900"/>
        </a:spcBef>
        <a:spcAft>
          <a:spcPts val="0"/>
        </a:spcAft>
        <a:buSzPct val="100000"/>
        <a:buFontTx/>
        <a:buNone/>
        <a:defRPr sz="1600" b="0" i="0" u="none" strike="noStrike" cap="none" spc="0" baseline="0">
          <a:solidFill>
            <a:srgbClr val="000000"/>
          </a:solidFill>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2pPr>
      <a:lvl3pPr marL="0" marR="0" indent="0" algn="l" defTabSz="912113" rtl="0" latinLnBrk="0">
        <a:lnSpc>
          <a:spcPct val="100000"/>
        </a:lnSpc>
        <a:spcBef>
          <a:spcPts val="900"/>
        </a:spcBef>
        <a:spcAft>
          <a:spcPts val="0"/>
        </a:spcAft>
        <a:buSzPct val="100000"/>
        <a:buFontTx/>
        <a:buNone/>
        <a:defRPr sz="1600" b="0" i="0" u="none" strike="noStrike" cap="none" spc="0" baseline="0">
          <a:solidFill>
            <a:srgbClr val="000000"/>
          </a:solidFill>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3pPr>
      <a:lvl4pPr marL="0" marR="0" indent="0" algn="l" defTabSz="912113" rtl="0" latinLnBrk="0">
        <a:lnSpc>
          <a:spcPct val="100000"/>
        </a:lnSpc>
        <a:spcBef>
          <a:spcPts val="900"/>
        </a:spcBef>
        <a:spcAft>
          <a:spcPts val="0"/>
        </a:spcAft>
        <a:buSzPct val="100000"/>
        <a:buFontTx/>
        <a:buNone/>
        <a:defRPr sz="1600" b="0" i="0" u="none" strike="noStrike" cap="none" spc="0" baseline="0">
          <a:solidFill>
            <a:srgbClr val="000000"/>
          </a:solidFill>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4pPr>
      <a:lvl5pPr marL="0" marR="0" indent="0" algn="l" defTabSz="912113" rtl="0" latinLnBrk="0">
        <a:lnSpc>
          <a:spcPct val="100000"/>
        </a:lnSpc>
        <a:spcBef>
          <a:spcPts val="900"/>
        </a:spcBef>
        <a:spcAft>
          <a:spcPts val="0"/>
        </a:spcAft>
        <a:buSzPct val="100000"/>
        <a:buFontTx/>
        <a:buNone/>
        <a:defRPr sz="1600" b="0" i="0" u="none" strike="noStrike" cap="none" spc="0" baseline="0">
          <a:solidFill>
            <a:srgbClr val="000000"/>
          </a:solidFill>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5pPr>
      <a:lvl6pPr marL="2494900" marR="0" indent="-214615" algn="l" defTabSz="912113" rtl="0" latinLnBrk="0">
        <a:lnSpc>
          <a:spcPct val="100000"/>
        </a:lnSpc>
        <a:spcBef>
          <a:spcPts val="900"/>
        </a:spcBef>
        <a:spcAft>
          <a:spcPts val="0"/>
        </a:spcAft>
        <a:buSzPct val="100000"/>
        <a:buFontTx/>
        <a:buChar char="•"/>
        <a:defRPr sz="1600" b="0" i="0" u="none" strike="noStrike" cap="none" spc="0" baseline="0">
          <a:solidFill>
            <a:srgbClr val="000000"/>
          </a:solidFill>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6pPr>
      <a:lvl7pPr marL="2950957" marR="0" indent="-214615" algn="l" defTabSz="912113" rtl="0" latinLnBrk="0">
        <a:lnSpc>
          <a:spcPct val="100000"/>
        </a:lnSpc>
        <a:spcBef>
          <a:spcPts val="900"/>
        </a:spcBef>
        <a:spcAft>
          <a:spcPts val="0"/>
        </a:spcAft>
        <a:buSzPct val="100000"/>
        <a:buFontTx/>
        <a:buChar char="•"/>
        <a:defRPr sz="1600" b="0" i="0" u="none" strike="noStrike" cap="none" spc="0" baseline="0">
          <a:solidFill>
            <a:srgbClr val="000000"/>
          </a:solidFill>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7pPr>
      <a:lvl8pPr marL="3407014" marR="0" indent="-214615" algn="l" defTabSz="912113" rtl="0" latinLnBrk="0">
        <a:lnSpc>
          <a:spcPct val="100000"/>
        </a:lnSpc>
        <a:spcBef>
          <a:spcPts val="900"/>
        </a:spcBef>
        <a:spcAft>
          <a:spcPts val="0"/>
        </a:spcAft>
        <a:buSzPct val="100000"/>
        <a:buFontTx/>
        <a:buChar char="•"/>
        <a:defRPr sz="1600" b="0" i="0" u="none" strike="noStrike" cap="none" spc="0" baseline="0">
          <a:solidFill>
            <a:srgbClr val="000000"/>
          </a:solidFill>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8pPr>
      <a:lvl9pPr marL="3863071" marR="0" indent="-214615" algn="l" defTabSz="912113" rtl="0" latinLnBrk="0">
        <a:lnSpc>
          <a:spcPct val="100000"/>
        </a:lnSpc>
        <a:spcBef>
          <a:spcPts val="900"/>
        </a:spcBef>
        <a:spcAft>
          <a:spcPts val="0"/>
        </a:spcAft>
        <a:buSzPct val="100000"/>
        <a:buFontTx/>
        <a:buChar char="•"/>
        <a:defRPr sz="1600" b="0" i="0" u="none" strike="noStrike" cap="none" spc="0" baseline="0">
          <a:solidFill>
            <a:srgbClr val="000000"/>
          </a:solidFill>
          <a:uFillTx/>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9pPr>
    </p:bodyStyle>
    <p:otherStyle>
      <a:lvl1pPr marL="0" marR="0" indent="0" algn="r" defTabSz="457200" rtl="0" latinLnBrk="0">
        <a:lnSpc>
          <a:spcPct val="100000"/>
        </a:lnSpc>
        <a:spcBef>
          <a:spcPts val="0"/>
        </a:spcBef>
        <a:spcAft>
          <a:spcPts val="0"/>
        </a:spcAft>
        <a:buSzPct val="100000"/>
        <a:buFontTx/>
        <a:buNone/>
        <a:defRPr sz="1400" b="0" i="0" u="none" strike="noStrike" cap="none" spc="0" baseline="0">
          <a:solidFill>
            <a:schemeClr val="tx1"/>
          </a:solidFill>
          <a:uFillTx/>
          <a:latin typeface="+mn-lt"/>
          <a:ea typeface="+mn-ea"/>
          <a:cs typeface="+mn-cs"/>
          <a:sym typeface="Arial" panose="020B0604020202020204" pitchFamily="34" charset="0"/>
        </a:defRPr>
      </a:lvl1pPr>
      <a:lvl2pPr marL="0" marR="0" indent="457200" algn="r" defTabSz="457200" rtl="0" latinLnBrk="0">
        <a:lnSpc>
          <a:spcPct val="100000"/>
        </a:lnSpc>
        <a:spcBef>
          <a:spcPts val="0"/>
        </a:spcBef>
        <a:spcAft>
          <a:spcPts val="0"/>
        </a:spcAft>
        <a:buSzPct val="100000"/>
        <a:buFontTx/>
        <a:buNone/>
        <a:defRPr sz="1400" b="0" i="0" u="none" strike="noStrike" cap="none" spc="0" baseline="0">
          <a:solidFill>
            <a:schemeClr val="tx1"/>
          </a:solidFill>
          <a:uFillTx/>
          <a:latin typeface="+mn-lt"/>
          <a:ea typeface="+mn-ea"/>
          <a:cs typeface="+mn-cs"/>
          <a:sym typeface="Arial" panose="020B0604020202020204" pitchFamily="34" charset="0"/>
        </a:defRPr>
      </a:lvl2pPr>
      <a:lvl3pPr marL="0" marR="0" indent="914400" algn="r" defTabSz="457200" rtl="0" latinLnBrk="0">
        <a:lnSpc>
          <a:spcPct val="100000"/>
        </a:lnSpc>
        <a:spcBef>
          <a:spcPts val="0"/>
        </a:spcBef>
        <a:spcAft>
          <a:spcPts val="0"/>
        </a:spcAft>
        <a:buSzPct val="100000"/>
        <a:buFontTx/>
        <a:buNone/>
        <a:defRPr sz="1400" b="0" i="0" u="none" strike="noStrike" cap="none" spc="0" baseline="0">
          <a:solidFill>
            <a:schemeClr val="tx1"/>
          </a:solidFill>
          <a:uFillTx/>
          <a:latin typeface="+mn-lt"/>
          <a:ea typeface="+mn-ea"/>
          <a:cs typeface="+mn-cs"/>
          <a:sym typeface="Arial" panose="020B0604020202020204" pitchFamily="34" charset="0"/>
        </a:defRPr>
      </a:lvl3pPr>
      <a:lvl4pPr marL="0" marR="0" indent="1371600" algn="r" defTabSz="457200" rtl="0" latinLnBrk="0">
        <a:lnSpc>
          <a:spcPct val="100000"/>
        </a:lnSpc>
        <a:spcBef>
          <a:spcPts val="0"/>
        </a:spcBef>
        <a:spcAft>
          <a:spcPts val="0"/>
        </a:spcAft>
        <a:buSzPct val="100000"/>
        <a:buFontTx/>
        <a:buNone/>
        <a:defRPr sz="1400" b="0" i="0" u="none" strike="noStrike" cap="none" spc="0" baseline="0">
          <a:solidFill>
            <a:schemeClr val="tx1"/>
          </a:solidFill>
          <a:uFillTx/>
          <a:latin typeface="+mn-lt"/>
          <a:ea typeface="+mn-ea"/>
          <a:cs typeface="+mn-cs"/>
          <a:sym typeface="Arial" panose="020B0604020202020204" pitchFamily="34" charset="0"/>
        </a:defRPr>
      </a:lvl4pPr>
      <a:lvl5pPr marL="0" marR="0" indent="1828800" algn="r" defTabSz="457200" rtl="0" latinLnBrk="0">
        <a:lnSpc>
          <a:spcPct val="100000"/>
        </a:lnSpc>
        <a:spcBef>
          <a:spcPts val="0"/>
        </a:spcBef>
        <a:spcAft>
          <a:spcPts val="0"/>
        </a:spcAft>
        <a:buSzPct val="100000"/>
        <a:buFontTx/>
        <a:buNone/>
        <a:defRPr sz="1400" b="0" i="0" u="none" strike="noStrike" cap="none" spc="0" baseline="0">
          <a:solidFill>
            <a:schemeClr val="tx1"/>
          </a:solidFill>
          <a:uFillTx/>
          <a:latin typeface="+mn-lt"/>
          <a:ea typeface="+mn-ea"/>
          <a:cs typeface="+mn-cs"/>
          <a:sym typeface="Arial" panose="020B0604020202020204" pitchFamily="34" charset="0"/>
        </a:defRPr>
      </a:lvl5pPr>
      <a:lvl6pPr marL="0" marR="0" indent="2286000" algn="r" defTabSz="457200" rtl="0" latinLnBrk="0">
        <a:lnSpc>
          <a:spcPct val="100000"/>
        </a:lnSpc>
        <a:spcBef>
          <a:spcPts val="0"/>
        </a:spcBef>
        <a:spcAft>
          <a:spcPts val="0"/>
        </a:spcAft>
        <a:buSzPct val="100000"/>
        <a:buFontTx/>
        <a:buNone/>
        <a:defRPr sz="1400" b="0" i="0" u="none" strike="noStrike" cap="none" spc="0" baseline="0">
          <a:solidFill>
            <a:schemeClr val="tx1"/>
          </a:solidFill>
          <a:uFillTx/>
          <a:latin typeface="+mn-lt"/>
          <a:ea typeface="+mn-ea"/>
          <a:cs typeface="+mn-cs"/>
          <a:sym typeface="Arial" panose="020B0604020202020204" pitchFamily="34" charset="0"/>
        </a:defRPr>
      </a:lvl6pPr>
      <a:lvl7pPr marL="0" marR="0" indent="2743200" algn="r" defTabSz="457200" rtl="0" latinLnBrk="0">
        <a:lnSpc>
          <a:spcPct val="100000"/>
        </a:lnSpc>
        <a:spcBef>
          <a:spcPts val="0"/>
        </a:spcBef>
        <a:spcAft>
          <a:spcPts val="0"/>
        </a:spcAft>
        <a:buSzPct val="100000"/>
        <a:buFontTx/>
        <a:buNone/>
        <a:defRPr sz="1400" b="0" i="0" u="none" strike="noStrike" cap="none" spc="0" baseline="0">
          <a:solidFill>
            <a:schemeClr val="tx1"/>
          </a:solidFill>
          <a:uFillTx/>
          <a:latin typeface="+mn-lt"/>
          <a:ea typeface="+mn-ea"/>
          <a:cs typeface="+mn-cs"/>
          <a:sym typeface="Arial" panose="020B0604020202020204" pitchFamily="34" charset="0"/>
        </a:defRPr>
      </a:lvl7pPr>
      <a:lvl8pPr marL="0" marR="0" indent="3200400" algn="r" defTabSz="457200" rtl="0" latinLnBrk="0">
        <a:lnSpc>
          <a:spcPct val="100000"/>
        </a:lnSpc>
        <a:spcBef>
          <a:spcPts val="0"/>
        </a:spcBef>
        <a:spcAft>
          <a:spcPts val="0"/>
        </a:spcAft>
        <a:buSzPct val="100000"/>
        <a:buFontTx/>
        <a:buNone/>
        <a:defRPr sz="1400" b="0" i="0" u="none" strike="noStrike" cap="none" spc="0" baseline="0">
          <a:solidFill>
            <a:schemeClr val="tx1"/>
          </a:solidFill>
          <a:uFillTx/>
          <a:latin typeface="+mn-lt"/>
          <a:ea typeface="+mn-ea"/>
          <a:cs typeface="+mn-cs"/>
          <a:sym typeface="Arial" panose="020B0604020202020204" pitchFamily="34" charset="0"/>
        </a:defRPr>
      </a:lvl8pPr>
      <a:lvl9pPr marL="0" marR="0" indent="3657600" algn="r" defTabSz="457200" rtl="0" latinLnBrk="0">
        <a:lnSpc>
          <a:spcPct val="100000"/>
        </a:lnSpc>
        <a:spcBef>
          <a:spcPts val="0"/>
        </a:spcBef>
        <a:spcAft>
          <a:spcPts val="0"/>
        </a:spcAft>
        <a:buSzPct val="100000"/>
        <a:buFontTx/>
        <a:buNone/>
        <a:defRPr sz="1400" b="0" i="0" u="none" strike="noStrike" cap="none" spc="0" baseline="0">
          <a:solidFill>
            <a:schemeClr val="tx1"/>
          </a:solidFill>
          <a:uFillTx/>
          <a:latin typeface="+mn-lt"/>
          <a:ea typeface="+mn-ea"/>
          <a:cs typeface="+mn-cs"/>
          <a:sym typeface="Arial" panose="020B0604020202020204" pitchFamily="34" charset="0"/>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3.xml"/><Relationship Id="rId7" Type="http://schemas.openxmlformats.org/officeDocument/2006/relationships/slide" Target="slide12.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slide" Target="slide11.xml"/><Relationship Id="rId11" Type="http://schemas.openxmlformats.org/officeDocument/2006/relationships/slide" Target="slide21.xml"/><Relationship Id="rId5" Type="http://schemas.openxmlformats.org/officeDocument/2006/relationships/slide" Target="slide10.xml"/><Relationship Id="rId10" Type="http://schemas.openxmlformats.org/officeDocument/2006/relationships/slide" Target="slide20.xml"/><Relationship Id="rId4" Type="http://schemas.openxmlformats.org/officeDocument/2006/relationships/slide" Target="slide4.xml"/><Relationship Id="rId9" Type="http://schemas.openxmlformats.org/officeDocument/2006/relationships/slide" Target="slide14.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slide" Target="slide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slide" Target="slide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slide" Target="slide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slide" Target="slide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slide" Target="slide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slide" Target="slide2.xml"/></Relationships>
</file>

<file path=ppt/slides/_rels/slide1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slide" Target="slide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slide" Target="slide2.xml"/></Relationships>
</file>

<file path=ppt/slides/_rels/slide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slide" Target="slide2.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hyperlink" Target="https://practicum.yandex.ru/blog/notaciya-bpmn-dlya-biznes-processov/" TargetMode="External"/><Relationship Id="rId3" Type="http://schemas.openxmlformats.org/officeDocument/2006/relationships/hyperlink" Target="https://www.kontur-extern.ru/forms/45366-forma_torg_12" TargetMode="External"/><Relationship Id="rId7" Type="http://schemas.openxmlformats.org/officeDocument/2006/relationships/hyperlink" Target="https://habr.com/ru/articles/843942/" TargetMode="External"/><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hyperlink" Target="https://kdelu.vtb.ru/articles/tovarnaya-nakladnaya-torg-12-dlya-chego-nuzhna-i-kak-oformit" TargetMode="External"/><Relationship Id="rId11" Type="http://schemas.openxmlformats.org/officeDocument/2006/relationships/slide" Target="slide2.xml"/><Relationship Id="rId5" Type="http://schemas.openxmlformats.org/officeDocument/2006/relationships/hyperlink" Target="https://www.diadoc.ru/docs/forms/nakladnaya" TargetMode="External"/><Relationship Id="rId10" Type="http://schemas.openxmlformats.org/officeDocument/2006/relationships/hyperlink" Target="https://guides.visual-paradigm.com/cn/1595-2/#respond" TargetMode="External"/><Relationship Id="rId4" Type="http://schemas.openxmlformats.org/officeDocument/2006/relationships/hyperlink" Target="https://www.cleverence.ru/articles/bukhgalteriya/torg-12-chto-eto-takoe-i-kak-on-vyglyadit-pravila-oformleniya-tovarnoy-nakladnoy-i-trebovaniya-k-dok" TargetMode="External"/><Relationship Id="rId9" Type="http://schemas.openxmlformats.org/officeDocument/2006/relationships/hyperlink" Target="https://learning.sap.com/courses/managing-business-processes-with-sap-signavio-solutions/introduction-to-business-process-modeling-in-practice-bpmn-2-0-_ae4a5df4-43d7-458e-be67-3546a9b81193"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Title 1"/>
          <p:cNvSpPr>
            <a:spLocks noGrp="1" noEditPoints="1"/>
          </p:cNvSpPr>
          <p:nvPr>
            <p:ph type="title"/>
          </p:nvPr>
        </p:nvSpPr>
        <p:spPr>
          <a:xfrm>
            <a:off x="448605" y="1814262"/>
            <a:ext cx="11591424" cy="3041739"/>
          </a:xfrm>
          <a:prstGeom prst="rect">
            <a:avLst/>
          </a:prstGeom>
        </p:spPr>
        <p:txBody>
          <a:bodyPr>
            <a:noAutofit/>
          </a:bodyPr>
          <a:lstStyle/>
          <a:p>
            <a:r>
              <a:rPr lang="ru-RU" sz="5400" dirty="0">
                <a:solidFill>
                  <a:schemeClr val="bg1"/>
                </a:solidFill>
                <a:cs typeface="Arial" panose="020B0604020202020204" pitchFamily="34" charset="0"/>
              </a:rPr>
              <a:t>Реквизитный анализ экономического документа и создание его </a:t>
            </a:r>
            <a:r>
              <a:rPr lang="ru-RU" sz="5400" dirty="0" err="1">
                <a:solidFill>
                  <a:schemeClr val="bg1"/>
                </a:solidFill>
                <a:cs typeface="Arial" panose="020B0604020202020204" pitchFamily="34" charset="0"/>
              </a:rPr>
              <a:t>внутримашинного</a:t>
            </a:r>
            <a:r>
              <a:rPr lang="ru-RU" sz="5400" dirty="0">
                <a:solidFill>
                  <a:schemeClr val="bg1"/>
                </a:solidFill>
                <a:cs typeface="Arial" panose="020B0604020202020204" pitchFamily="34" charset="0"/>
              </a:rPr>
              <a:t> представления</a:t>
            </a:r>
          </a:p>
        </p:txBody>
      </p:sp>
      <p:sp>
        <p:nvSpPr>
          <p:cNvPr id="228" name="Subtitle 2"/>
          <p:cNvSpPr>
            <a:spLocks noGrp="1" noEditPoints="1"/>
          </p:cNvSpPr>
          <p:nvPr>
            <p:ph type="body" sz="quarter" idx="1"/>
          </p:nvPr>
        </p:nvSpPr>
        <p:spPr>
          <a:xfrm>
            <a:off x="920636" y="4967200"/>
            <a:ext cx="10744195" cy="1047535"/>
          </a:xfrm>
          <a:prstGeom prst="rect">
            <a:avLst/>
          </a:prstGeom>
        </p:spPr>
        <p:txBody>
          <a:bodyPr>
            <a:normAutofit/>
          </a:bodyPr>
          <a:lstStyle/>
          <a:p>
            <a:pPr algn="r" defTabSz="825500" hangingPunct="0">
              <a:spcBef>
                <a:spcPts val="0"/>
              </a:spcBef>
              <a:buSzTx/>
            </a:pPr>
            <a:r>
              <a:rPr lang="ru-RU" sz="2000" dirty="0">
                <a:solidFill>
                  <a:schemeClr val="bg1"/>
                </a:solidFill>
                <a:ea typeface="Helvetica Neue"/>
                <a:sym typeface="Helvetica Neue"/>
              </a:rPr>
              <a:t>Выполнили студенты группы Иб-321:</a:t>
            </a:r>
            <a:br>
              <a:rPr lang="ru-RU" sz="2000" dirty="0">
                <a:solidFill>
                  <a:schemeClr val="bg1"/>
                </a:solidFill>
                <a:ea typeface="Helvetica Neue"/>
                <a:sym typeface="Helvetica Neue"/>
              </a:rPr>
            </a:br>
            <a:r>
              <a:rPr lang="ru-RU" sz="2000" dirty="0" err="1">
                <a:solidFill>
                  <a:schemeClr val="bg1"/>
                </a:solidFill>
                <a:ea typeface="Helvetica Neue"/>
                <a:sym typeface="Helvetica Neue"/>
              </a:rPr>
              <a:t>Тыртышник</a:t>
            </a:r>
            <a:r>
              <a:rPr lang="ru-RU" sz="2000" dirty="0">
                <a:solidFill>
                  <a:schemeClr val="bg1"/>
                </a:solidFill>
                <a:ea typeface="Helvetica Neue"/>
                <a:sym typeface="Helvetica Neue"/>
              </a:rPr>
              <a:t> Я.В.</a:t>
            </a:r>
          </a:p>
          <a:p>
            <a:pPr algn="r" defTabSz="825500" hangingPunct="0">
              <a:spcBef>
                <a:spcPts val="0"/>
              </a:spcBef>
              <a:buSzTx/>
            </a:pPr>
            <a:r>
              <a:rPr lang="ru-RU" sz="2000" dirty="0">
                <a:solidFill>
                  <a:schemeClr val="bg1"/>
                </a:solidFill>
              </a:rPr>
              <a:t>Томилина М.А.</a:t>
            </a:r>
          </a:p>
        </p:txBody>
      </p:sp>
      <p:sp>
        <p:nvSpPr>
          <p:cNvPr id="229" name="TextBox 3"/>
          <p:cNvSpPr txBox="1"/>
          <p:nvPr/>
        </p:nvSpPr>
        <p:spPr>
          <a:xfrm>
            <a:off x="913800" y="6125934"/>
            <a:ext cx="2146926" cy="215444"/>
          </a:xfrm>
          <a:prstGeom prst="rect">
            <a:avLst/>
          </a:prstGeom>
          <a:ln w="12700">
            <a:miter lim="400000"/>
          </a:ln>
        </p:spPr>
        <p:txBody>
          <a:bodyPr lIns="0" tIns="0" rIns="0" bIns="0">
            <a:spAutoFit/>
          </a:bodyPr>
          <a:lstStyle>
            <a:lvl1pPr>
              <a:defRPr sz="1400">
                <a:solidFill>
                  <a:srgbClr val="FFFFFF"/>
                </a:solidFill>
              </a:defRPr>
            </a:lvl1pPr>
          </a:lstStyle>
          <a:p>
            <a:r>
              <a:rPr dirty="0" err="1"/>
              <a:t>Нижний</a:t>
            </a:r>
            <a:r>
              <a:rPr dirty="0"/>
              <a:t> </a:t>
            </a:r>
            <a:r>
              <a:rPr dirty="0" err="1"/>
              <a:t>Новгород</a:t>
            </a:r>
            <a:r>
              <a:rPr dirty="0"/>
              <a:t>, 202</a:t>
            </a:r>
            <a:r>
              <a:rPr lang="ru-RU" dirty="0"/>
              <a:t>6</a:t>
            </a:r>
          </a:p>
        </p:txBody>
      </p:sp>
      <p:sp>
        <p:nvSpPr>
          <p:cNvPr id="230" name="Прямоугольник 229"/>
          <p:cNvSpPr/>
          <p:nvPr/>
        </p:nvSpPr>
        <p:spPr>
          <a:xfrm>
            <a:off x="11935857" y="703605"/>
            <a:ext cx="305178" cy="5679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17107" y="6408741"/>
            <a:ext cx="593402" cy="288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Текст. поле 2"/>
          <p:cNvSpPr txBox="1"/>
          <p:nvPr/>
        </p:nvSpPr>
        <p:spPr>
          <a:xfrm>
            <a:off x="890103" y="152589"/>
            <a:ext cx="4422677" cy="584775"/>
          </a:xfrm>
          <a:prstGeom prst="rect">
            <a:avLst/>
          </a:prstGeom>
          <a:noFill/>
        </p:spPr>
        <p:txBody>
          <a:bodyPr wrap="square" rtlCol="0">
            <a:spAutoFit/>
          </a:bodyPr>
          <a:lstStyle/>
          <a:p>
            <a:r>
              <a:rPr lang="ru-RU" sz="3200" dirty="0">
                <a:solidFill>
                  <a:schemeClr val="accent1"/>
                </a:solidFill>
                <a:latin typeface="Arial Black" pitchFamily="34" charset="0"/>
                <a:ea typeface="Arial Black" pitchFamily="34" charset="0"/>
                <a:cs typeface="Arial Black" pitchFamily="34" charset="0"/>
              </a:rPr>
              <a:t>ОГЛАВЛЕНИЕ</a:t>
            </a:r>
            <a:endParaRPr lang="en-US" dirty="0">
              <a:solidFill>
                <a:schemeClr val="accent1"/>
              </a:solidFill>
              <a:latin typeface="Arial Black" pitchFamily="34" charset="0"/>
              <a:ea typeface="Arial Black" pitchFamily="34" charset="0"/>
              <a:cs typeface="Arial Black" pitchFamily="34" charset="0"/>
            </a:endParaRPr>
          </a:p>
        </p:txBody>
      </p:sp>
      <p:sp>
        <p:nvSpPr>
          <p:cNvPr id="4" name="Текст. поле 2">
            <a:extLst>
              <a:ext uri="{FF2B5EF4-FFF2-40B4-BE49-F238E27FC236}">
                <a16:creationId xmlns:a16="http://schemas.microsoft.com/office/drawing/2014/main" id="{CFCC43A4-B878-B28C-D478-91E39479F2D3}"/>
              </a:ext>
            </a:extLst>
          </p:cNvPr>
          <p:cNvSpPr txBox="1"/>
          <p:nvPr/>
        </p:nvSpPr>
        <p:spPr>
          <a:xfrm>
            <a:off x="226142" y="220690"/>
            <a:ext cx="501445" cy="461665"/>
          </a:xfrm>
          <a:prstGeom prst="rect">
            <a:avLst/>
          </a:prstGeom>
          <a:noFill/>
        </p:spPr>
        <p:txBody>
          <a:bodyPr wrap="square" rtlCol="0">
            <a:spAutoFit/>
          </a:bodyPr>
          <a:lstStyle/>
          <a:p>
            <a:r>
              <a:rPr lang="ru-RU" sz="2400"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rPr>
              <a:t>2</a:t>
            </a:r>
            <a:endParaRPr lang="en-US"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endParaRPr>
          </a:p>
        </p:txBody>
      </p:sp>
      <p:sp>
        <p:nvSpPr>
          <p:cNvPr id="8" name="TextBox 7">
            <a:extLst>
              <a:ext uri="{FF2B5EF4-FFF2-40B4-BE49-F238E27FC236}">
                <a16:creationId xmlns:a16="http://schemas.microsoft.com/office/drawing/2014/main" id="{1DB24520-38D9-94D0-2194-029A526BCDC7}"/>
              </a:ext>
            </a:extLst>
          </p:cNvPr>
          <p:cNvSpPr txBox="1"/>
          <p:nvPr/>
        </p:nvSpPr>
        <p:spPr>
          <a:xfrm>
            <a:off x="890103" y="1290369"/>
            <a:ext cx="6479458"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800" dirty="0">
                <a:solidFill>
                  <a:schemeClr val="tx1"/>
                </a:solidFill>
                <a:ea typeface="Arial Black" pitchFamily="34" charset="0"/>
                <a:hlinkClick r:id="rId3" action="ppaction://hlinksldjump"/>
              </a:rPr>
              <a:t>1. ВВЕДЕНИЕ</a:t>
            </a:r>
            <a:endParaRPr lang="en-US" dirty="0">
              <a:solidFill>
                <a:schemeClr val="tx1"/>
              </a:solidFill>
            </a:endParaRPr>
          </a:p>
        </p:txBody>
      </p:sp>
      <p:sp>
        <p:nvSpPr>
          <p:cNvPr id="10" name="TextBox 9">
            <a:extLst>
              <a:ext uri="{FF2B5EF4-FFF2-40B4-BE49-F238E27FC236}">
                <a16:creationId xmlns:a16="http://schemas.microsoft.com/office/drawing/2014/main" id="{1967BEB1-D785-3066-BADC-F79EE9E917D3}"/>
              </a:ext>
            </a:extLst>
          </p:cNvPr>
          <p:cNvSpPr txBox="1"/>
          <p:nvPr/>
        </p:nvSpPr>
        <p:spPr>
          <a:xfrm>
            <a:off x="903296" y="1655352"/>
            <a:ext cx="6479458"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dirty="0">
                <a:hlinkClick r:id="rId4" action="ppaction://hlinksldjump"/>
              </a:rPr>
              <a:t>2. РЕКВИЗИТНЫЙ АНАЛИЗ ДОКУМЕНТА</a:t>
            </a:r>
            <a:endParaRPr lang="ru-RU" dirty="0"/>
          </a:p>
        </p:txBody>
      </p:sp>
      <p:cxnSp>
        <p:nvCxnSpPr>
          <p:cNvPr id="12" name="Прямая соединительная линия 11">
            <a:extLst>
              <a:ext uri="{FF2B5EF4-FFF2-40B4-BE49-F238E27FC236}">
                <a16:creationId xmlns:a16="http://schemas.microsoft.com/office/drawing/2014/main" id="{53B9FB72-1B09-78B4-FC0C-CFA2EA088E70}"/>
              </a:ext>
            </a:extLst>
          </p:cNvPr>
          <p:cNvCxnSpPr>
            <a:cxnSpLocks/>
          </p:cNvCxnSpPr>
          <p:nvPr/>
        </p:nvCxnSpPr>
        <p:spPr>
          <a:xfrm>
            <a:off x="890103" y="1290369"/>
            <a:ext cx="0" cy="4510359"/>
          </a:xfrm>
          <a:prstGeom prst="line">
            <a:avLst/>
          </a:prstGeom>
          <a:ln/>
        </p:spPr>
        <p:style>
          <a:lnRef idx="3">
            <a:schemeClr val="accent1"/>
          </a:lnRef>
          <a:fillRef idx="0">
            <a:schemeClr val="accent1"/>
          </a:fillRef>
          <a:effectRef idx="2">
            <a:schemeClr val="accent1"/>
          </a:effectRef>
          <a:fontRef idx="minor">
            <a:schemeClr val="tx1"/>
          </a:fontRef>
        </p:style>
      </p:cxnSp>
      <p:sp>
        <p:nvSpPr>
          <p:cNvPr id="14" name="TextBox 13">
            <a:extLst>
              <a:ext uri="{FF2B5EF4-FFF2-40B4-BE49-F238E27FC236}">
                <a16:creationId xmlns:a16="http://schemas.microsoft.com/office/drawing/2014/main" id="{3F0949B7-6367-9408-DDFD-E9FDD1A0570D}"/>
              </a:ext>
            </a:extLst>
          </p:cNvPr>
          <p:cNvSpPr txBox="1"/>
          <p:nvPr/>
        </p:nvSpPr>
        <p:spPr>
          <a:xfrm>
            <a:off x="916488" y="2024684"/>
            <a:ext cx="6479458"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dirty="0">
                <a:hlinkClick r:id="rId5" action="ppaction://hlinksldjump"/>
              </a:rPr>
              <a:t>3. ВЫДЕЛЕНИЕ ФИНАНСОВЫХ И ЭКОНОМИЧЕСКИХ РЕКВИЗИТОВ</a:t>
            </a:r>
            <a:endParaRPr lang="ru-RU" dirty="0"/>
          </a:p>
        </p:txBody>
      </p:sp>
      <p:sp>
        <p:nvSpPr>
          <p:cNvPr id="15" name="TextBox 14">
            <a:extLst>
              <a:ext uri="{FF2B5EF4-FFF2-40B4-BE49-F238E27FC236}">
                <a16:creationId xmlns:a16="http://schemas.microsoft.com/office/drawing/2014/main" id="{9D3F3CAA-F2FB-011C-1C39-3FC3E1423813}"/>
              </a:ext>
            </a:extLst>
          </p:cNvPr>
          <p:cNvSpPr txBox="1"/>
          <p:nvPr/>
        </p:nvSpPr>
        <p:spPr>
          <a:xfrm>
            <a:off x="2463268" y="1290370"/>
            <a:ext cx="5486396"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r" defTabSz="457200" rtl="0" fontAlgn="auto" latinLnBrk="0" hangingPunct="0">
              <a:lnSpc>
                <a:spcPct val="100000"/>
              </a:lnSpc>
              <a:spcBef>
                <a:spcPts val="0"/>
              </a:spcBef>
              <a:spcAft>
                <a:spcPts val="0"/>
              </a:spcAft>
              <a:buClrTx/>
              <a:buSzTx/>
              <a:buFontTx/>
              <a:buNone/>
              <a:tabLst/>
            </a:pPr>
            <a:r>
              <a:rPr lang="ru-RU" b="1" dirty="0">
                <a:latin typeface="Arial"/>
                <a:ea typeface="Arial"/>
                <a:cs typeface="Arial"/>
                <a:sym typeface="Arial"/>
              </a:rPr>
              <a:t>……………………………………………………………3</a:t>
            </a:r>
            <a:endParaRPr kumimoji="0" lang="en-US" sz="1800" b="1" i="0" strike="noStrike" cap="none" spc="0" normalizeH="0" baseline="0" dirty="0">
              <a:ln>
                <a:noFill/>
              </a:ln>
              <a:solidFill>
                <a:srgbClr val="000000"/>
              </a:solidFill>
              <a:effectLst/>
              <a:uFillTx/>
              <a:latin typeface="Arial"/>
              <a:ea typeface="Arial"/>
              <a:cs typeface="Arial"/>
              <a:sym typeface="Arial"/>
            </a:endParaRPr>
          </a:p>
        </p:txBody>
      </p:sp>
      <p:sp>
        <p:nvSpPr>
          <p:cNvPr id="18" name="TextBox 17">
            <a:extLst>
              <a:ext uri="{FF2B5EF4-FFF2-40B4-BE49-F238E27FC236}">
                <a16:creationId xmlns:a16="http://schemas.microsoft.com/office/drawing/2014/main" id="{ADE1AB88-8A3D-80E7-293B-F1823AA2261C}"/>
              </a:ext>
            </a:extLst>
          </p:cNvPr>
          <p:cNvSpPr txBox="1"/>
          <p:nvPr/>
        </p:nvSpPr>
        <p:spPr>
          <a:xfrm>
            <a:off x="2463268" y="1690479"/>
            <a:ext cx="5486396"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r" defTabSz="457200" rtl="0" fontAlgn="auto" latinLnBrk="0" hangingPunct="0">
              <a:lnSpc>
                <a:spcPct val="100000"/>
              </a:lnSpc>
              <a:spcBef>
                <a:spcPts val="0"/>
              </a:spcBef>
              <a:spcAft>
                <a:spcPts val="0"/>
              </a:spcAft>
              <a:buClrTx/>
              <a:buSzTx/>
              <a:buFontTx/>
              <a:buNone/>
              <a:tabLst/>
            </a:pPr>
            <a:r>
              <a:rPr lang="ru-RU" b="1" dirty="0">
                <a:latin typeface="Arial"/>
                <a:ea typeface="Arial"/>
                <a:cs typeface="Arial"/>
                <a:sym typeface="Arial"/>
              </a:rPr>
              <a:t>………….……………4-9</a:t>
            </a:r>
            <a:endParaRPr kumimoji="0" lang="en-US" sz="1800" b="1" i="0" strike="noStrike" cap="none" spc="0" normalizeH="0" baseline="0" dirty="0">
              <a:ln>
                <a:noFill/>
              </a:ln>
              <a:solidFill>
                <a:srgbClr val="000000"/>
              </a:solidFill>
              <a:effectLst/>
              <a:uFillTx/>
              <a:latin typeface="Arial"/>
              <a:ea typeface="Arial"/>
              <a:cs typeface="Arial"/>
              <a:sym typeface="Arial"/>
            </a:endParaRPr>
          </a:p>
        </p:txBody>
      </p:sp>
      <p:sp>
        <p:nvSpPr>
          <p:cNvPr id="19" name="TextBox 18">
            <a:extLst>
              <a:ext uri="{FF2B5EF4-FFF2-40B4-BE49-F238E27FC236}">
                <a16:creationId xmlns:a16="http://schemas.microsoft.com/office/drawing/2014/main" id="{C32DF373-93EA-2AFA-0CD4-434B94DFA59E}"/>
              </a:ext>
            </a:extLst>
          </p:cNvPr>
          <p:cNvSpPr txBox="1"/>
          <p:nvPr/>
        </p:nvSpPr>
        <p:spPr>
          <a:xfrm>
            <a:off x="2671300" y="2055462"/>
            <a:ext cx="5278364"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r" defTabSz="457200" rtl="0" fontAlgn="auto" latinLnBrk="0" hangingPunct="0">
              <a:lnSpc>
                <a:spcPct val="100000"/>
              </a:lnSpc>
              <a:spcBef>
                <a:spcPts val="0"/>
              </a:spcBef>
              <a:spcAft>
                <a:spcPts val="0"/>
              </a:spcAft>
              <a:buClrTx/>
              <a:buSzTx/>
              <a:buFontTx/>
              <a:buNone/>
              <a:tabLst/>
            </a:pPr>
            <a:r>
              <a:rPr lang="ru-RU" b="1" dirty="0">
                <a:latin typeface="Arial"/>
                <a:ea typeface="Arial"/>
                <a:cs typeface="Arial"/>
                <a:sym typeface="Arial"/>
              </a:rPr>
              <a:t>….…….10</a:t>
            </a:r>
            <a:endParaRPr kumimoji="0" lang="en-US" sz="1800" b="1" i="0" strike="noStrike" cap="none" spc="0" normalizeH="0" baseline="0" dirty="0">
              <a:ln>
                <a:noFill/>
              </a:ln>
              <a:solidFill>
                <a:srgbClr val="000000"/>
              </a:solidFill>
              <a:effectLst/>
              <a:uFillTx/>
              <a:latin typeface="Arial"/>
              <a:ea typeface="Arial"/>
              <a:cs typeface="Arial"/>
              <a:sym typeface="Arial"/>
            </a:endParaRPr>
          </a:p>
        </p:txBody>
      </p:sp>
      <p:sp>
        <p:nvSpPr>
          <p:cNvPr id="21" name="TextBox 20">
            <a:extLst>
              <a:ext uri="{FF2B5EF4-FFF2-40B4-BE49-F238E27FC236}">
                <a16:creationId xmlns:a16="http://schemas.microsoft.com/office/drawing/2014/main" id="{7698F9D6-E05E-A05F-5D70-A15AC101E15E}"/>
              </a:ext>
            </a:extLst>
          </p:cNvPr>
          <p:cNvSpPr txBox="1"/>
          <p:nvPr/>
        </p:nvSpPr>
        <p:spPr>
          <a:xfrm>
            <a:off x="916488" y="2671015"/>
            <a:ext cx="6479458"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dirty="0">
                <a:hlinkClick r:id="rId6" action="ppaction://hlinksldjump"/>
              </a:rPr>
              <a:t>4. ПОЛНОЕ ОПИСАНИЕ ПРОЦЕССА РАБОТЫ С ДОКУМЕНТОМ "ТОВАРНАЯ НАКЛАДНАЯ" (ТОРГ-12)</a:t>
            </a:r>
            <a:endParaRPr lang="ru-RU" dirty="0"/>
          </a:p>
        </p:txBody>
      </p:sp>
      <p:sp>
        <p:nvSpPr>
          <p:cNvPr id="22" name="TextBox 21">
            <a:extLst>
              <a:ext uri="{FF2B5EF4-FFF2-40B4-BE49-F238E27FC236}">
                <a16:creationId xmlns:a16="http://schemas.microsoft.com/office/drawing/2014/main" id="{A2297A24-EDE4-7EEC-C03F-D3BF7E1E725D}"/>
              </a:ext>
            </a:extLst>
          </p:cNvPr>
          <p:cNvSpPr txBox="1"/>
          <p:nvPr/>
        </p:nvSpPr>
        <p:spPr>
          <a:xfrm>
            <a:off x="2671300" y="2969947"/>
            <a:ext cx="5278364"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r" defTabSz="457200" rtl="0" fontAlgn="auto" latinLnBrk="0" hangingPunct="0">
              <a:lnSpc>
                <a:spcPct val="100000"/>
              </a:lnSpc>
              <a:spcBef>
                <a:spcPts val="0"/>
              </a:spcBef>
              <a:spcAft>
                <a:spcPts val="0"/>
              </a:spcAft>
              <a:buClrTx/>
              <a:buSzTx/>
              <a:buFontTx/>
              <a:buNone/>
              <a:tabLst/>
            </a:pPr>
            <a:r>
              <a:rPr lang="ru-RU" b="1" dirty="0">
                <a:latin typeface="Arial"/>
                <a:ea typeface="Arial"/>
                <a:cs typeface="Arial"/>
                <a:sym typeface="Arial"/>
              </a:rPr>
              <a:t>...……….11</a:t>
            </a:r>
            <a:endParaRPr kumimoji="0" lang="en-US" sz="1800" b="1" i="0" strike="noStrike" cap="none" spc="0" normalizeH="0" baseline="0" dirty="0">
              <a:ln>
                <a:noFill/>
              </a:ln>
              <a:solidFill>
                <a:srgbClr val="000000"/>
              </a:solidFill>
              <a:effectLst/>
              <a:uFillTx/>
              <a:latin typeface="Arial"/>
              <a:ea typeface="Arial"/>
              <a:cs typeface="Arial"/>
              <a:sym typeface="Arial"/>
            </a:endParaRPr>
          </a:p>
        </p:txBody>
      </p:sp>
      <p:sp>
        <p:nvSpPr>
          <p:cNvPr id="24" name="TextBox 23">
            <a:extLst>
              <a:ext uri="{FF2B5EF4-FFF2-40B4-BE49-F238E27FC236}">
                <a16:creationId xmlns:a16="http://schemas.microsoft.com/office/drawing/2014/main" id="{17DE6843-9DC9-4081-494E-309B5C495FFC}"/>
              </a:ext>
            </a:extLst>
          </p:cNvPr>
          <p:cNvSpPr txBox="1"/>
          <p:nvPr/>
        </p:nvSpPr>
        <p:spPr>
          <a:xfrm>
            <a:off x="916488" y="3341227"/>
            <a:ext cx="6479458"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dirty="0">
                <a:hlinkClick r:id="rId7" action="ppaction://hlinksldjump"/>
              </a:rPr>
              <a:t>5. НАЗНАЧЕНИЕ И ОСОБЕННОСТИ СТАНДАРТА ОПИСАНИЯ ПРОЦЕССА BPMN 2.0</a:t>
            </a:r>
            <a:endParaRPr lang="ru-RU" dirty="0"/>
          </a:p>
        </p:txBody>
      </p:sp>
      <p:sp>
        <p:nvSpPr>
          <p:cNvPr id="25" name="TextBox 24">
            <a:extLst>
              <a:ext uri="{FF2B5EF4-FFF2-40B4-BE49-F238E27FC236}">
                <a16:creationId xmlns:a16="http://schemas.microsoft.com/office/drawing/2014/main" id="{6193CC44-09FC-D152-E50D-B26E505AC14A}"/>
              </a:ext>
            </a:extLst>
          </p:cNvPr>
          <p:cNvSpPr txBox="1"/>
          <p:nvPr/>
        </p:nvSpPr>
        <p:spPr>
          <a:xfrm>
            <a:off x="2671300" y="3662380"/>
            <a:ext cx="5278364"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r" defTabSz="457200" rtl="0" fontAlgn="auto" latinLnBrk="0" hangingPunct="0">
              <a:lnSpc>
                <a:spcPct val="100000"/>
              </a:lnSpc>
              <a:spcBef>
                <a:spcPts val="0"/>
              </a:spcBef>
              <a:spcAft>
                <a:spcPts val="0"/>
              </a:spcAft>
              <a:buClrTx/>
              <a:buSzTx/>
              <a:buFontTx/>
              <a:buNone/>
              <a:tabLst/>
            </a:pPr>
            <a:r>
              <a:rPr lang="ru-RU" b="1" dirty="0">
                <a:latin typeface="Arial"/>
                <a:ea typeface="Arial"/>
                <a:cs typeface="Arial"/>
                <a:sym typeface="Arial"/>
              </a:rPr>
              <a:t>….…………………...……….12</a:t>
            </a:r>
            <a:endParaRPr kumimoji="0" lang="en-US" sz="1800" b="1" i="0" strike="noStrike" cap="none" spc="0" normalizeH="0" baseline="0" dirty="0">
              <a:ln>
                <a:noFill/>
              </a:ln>
              <a:solidFill>
                <a:srgbClr val="000000"/>
              </a:solidFill>
              <a:effectLst/>
              <a:uFillTx/>
              <a:latin typeface="Arial"/>
              <a:ea typeface="Arial"/>
              <a:cs typeface="Arial"/>
              <a:sym typeface="Arial"/>
            </a:endParaRPr>
          </a:p>
        </p:txBody>
      </p:sp>
      <p:sp>
        <p:nvSpPr>
          <p:cNvPr id="27" name="TextBox 26">
            <a:extLst>
              <a:ext uri="{FF2B5EF4-FFF2-40B4-BE49-F238E27FC236}">
                <a16:creationId xmlns:a16="http://schemas.microsoft.com/office/drawing/2014/main" id="{29CEF9B0-C1A4-1718-7920-1B2699950958}"/>
              </a:ext>
            </a:extLst>
          </p:cNvPr>
          <p:cNvSpPr txBox="1"/>
          <p:nvPr/>
        </p:nvSpPr>
        <p:spPr>
          <a:xfrm>
            <a:off x="916488" y="3987558"/>
            <a:ext cx="6479458"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dirty="0">
                <a:hlinkClick r:id="rId8" action="ppaction://hlinksldjump"/>
              </a:rPr>
              <a:t>6. ВЫБОР ИНСТРУМЕНТА СОЗДАНИЯ ДИАГРАММ BPMN И ОПИСАНИЕ ПРОЦЕССА</a:t>
            </a:r>
            <a:endParaRPr lang="ru-RU" dirty="0"/>
          </a:p>
        </p:txBody>
      </p:sp>
      <p:sp>
        <p:nvSpPr>
          <p:cNvPr id="28" name="TextBox 27">
            <a:extLst>
              <a:ext uri="{FF2B5EF4-FFF2-40B4-BE49-F238E27FC236}">
                <a16:creationId xmlns:a16="http://schemas.microsoft.com/office/drawing/2014/main" id="{445D881D-C2CF-BB31-9067-4204A7A0CE4D}"/>
              </a:ext>
            </a:extLst>
          </p:cNvPr>
          <p:cNvSpPr txBox="1"/>
          <p:nvPr/>
        </p:nvSpPr>
        <p:spPr>
          <a:xfrm>
            <a:off x="2671300" y="4287980"/>
            <a:ext cx="5278364"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r" defTabSz="457200" rtl="0" fontAlgn="auto" latinLnBrk="0" hangingPunct="0">
              <a:lnSpc>
                <a:spcPct val="100000"/>
              </a:lnSpc>
              <a:spcBef>
                <a:spcPts val="0"/>
              </a:spcBef>
              <a:spcAft>
                <a:spcPts val="0"/>
              </a:spcAft>
              <a:buClrTx/>
              <a:buSzTx/>
              <a:buFontTx/>
              <a:buNone/>
              <a:tabLst/>
            </a:pPr>
            <a:r>
              <a:rPr lang="ru-RU" b="1" dirty="0">
                <a:latin typeface="Arial"/>
                <a:ea typeface="Arial"/>
                <a:cs typeface="Arial"/>
                <a:sym typeface="Arial"/>
              </a:rPr>
              <a:t>……………………...………….13</a:t>
            </a:r>
            <a:endParaRPr kumimoji="0" lang="en-US" sz="1800" b="1" i="0" strike="noStrike" cap="none" spc="0" normalizeH="0" baseline="0" dirty="0">
              <a:ln>
                <a:noFill/>
              </a:ln>
              <a:solidFill>
                <a:srgbClr val="000000"/>
              </a:solidFill>
              <a:effectLst/>
              <a:uFillTx/>
              <a:latin typeface="Arial"/>
              <a:ea typeface="Arial"/>
              <a:cs typeface="Arial"/>
              <a:sym typeface="Arial"/>
            </a:endParaRPr>
          </a:p>
        </p:txBody>
      </p:sp>
      <p:sp>
        <p:nvSpPr>
          <p:cNvPr id="30" name="TextBox 29">
            <a:extLst>
              <a:ext uri="{FF2B5EF4-FFF2-40B4-BE49-F238E27FC236}">
                <a16:creationId xmlns:a16="http://schemas.microsoft.com/office/drawing/2014/main" id="{B8CE8816-E756-D648-FB01-96DCD5797124}"/>
              </a:ext>
            </a:extLst>
          </p:cNvPr>
          <p:cNvSpPr txBox="1"/>
          <p:nvPr/>
        </p:nvSpPr>
        <p:spPr>
          <a:xfrm>
            <a:off x="942872" y="4629540"/>
            <a:ext cx="6479458"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dirty="0">
                <a:hlinkClick r:id="rId9" action="ppaction://hlinksldjump"/>
              </a:rPr>
              <a:t>7. СОЗДАТЬ СООТВЕТСТВУЮЩУЮ БАЗУ ДАННЫХ </a:t>
            </a:r>
            <a:endParaRPr lang="ru-RU" dirty="0"/>
          </a:p>
        </p:txBody>
      </p:sp>
      <p:sp>
        <p:nvSpPr>
          <p:cNvPr id="31" name="TextBox 30">
            <a:extLst>
              <a:ext uri="{FF2B5EF4-FFF2-40B4-BE49-F238E27FC236}">
                <a16:creationId xmlns:a16="http://schemas.microsoft.com/office/drawing/2014/main" id="{E8A45FAB-7D60-9C09-263B-D787D2091167}"/>
              </a:ext>
            </a:extLst>
          </p:cNvPr>
          <p:cNvSpPr txBox="1"/>
          <p:nvPr/>
        </p:nvSpPr>
        <p:spPr>
          <a:xfrm>
            <a:off x="2671300" y="4673692"/>
            <a:ext cx="5278364"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r" defTabSz="457200" rtl="0" fontAlgn="auto" latinLnBrk="0" hangingPunct="0">
              <a:lnSpc>
                <a:spcPct val="100000"/>
              </a:lnSpc>
              <a:spcBef>
                <a:spcPts val="0"/>
              </a:spcBef>
              <a:spcAft>
                <a:spcPts val="0"/>
              </a:spcAft>
              <a:buClrTx/>
              <a:buSzTx/>
              <a:buFontTx/>
              <a:buNone/>
              <a:tabLst/>
            </a:pPr>
            <a:r>
              <a:rPr lang="ru-RU" b="1" dirty="0">
                <a:latin typeface="Arial"/>
                <a:ea typeface="Arial"/>
                <a:cs typeface="Arial"/>
                <a:sym typeface="Arial"/>
              </a:rPr>
              <a:t>……...14-19</a:t>
            </a:r>
            <a:endParaRPr kumimoji="0" lang="en-US" sz="1800" b="1" i="0" strike="noStrike" cap="none" spc="0" normalizeH="0" baseline="0" dirty="0">
              <a:ln>
                <a:noFill/>
              </a:ln>
              <a:solidFill>
                <a:srgbClr val="000000"/>
              </a:solidFill>
              <a:effectLst/>
              <a:uFillTx/>
              <a:latin typeface="Arial"/>
              <a:ea typeface="Arial"/>
              <a:cs typeface="Arial"/>
              <a:sym typeface="Arial"/>
            </a:endParaRPr>
          </a:p>
        </p:txBody>
      </p:sp>
      <p:sp>
        <p:nvSpPr>
          <p:cNvPr id="33" name="TextBox 32">
            <a:extLst>
              <a:ext uri="{FF2B5EF4-FFF2-40B4-BE49-F238E27FC236}">
                <a16:creationId xmlns:a16="http://schemas.microsoft.com/office/drawing/2014/main" id="{D9DFEA28-AC25-A409-A340-181B9A7C279B}"/>
              </a:ext>
            </a:extLst>
          </p:cNvPr>
          <p:cNvSpPr txBox="1"/>
          <p:nvPr/>
        </p:nvSpPr>
        <p:spPr>
          <a:xfrm>
            <a:off x="942872" y="5010972"/>
            <a:ext cx="6479458"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dirty="0">
                <a:hlinkClick r:id="rId10" action="ppaction://hlinksldjump"/>
              </a:rPr>
              <a:t>8. ЗАКЛЮЧЕНИЕ</a:t>
            </a:r>
            <a:endParaRPr lang="en-US" dirty="0"/>
          </a:p>
        </p:txBody>
      </p:sp>
      <p:sp>
        <p:nvSpPr>
          <p:cNvPr id="34" name="TextBox 33">
            <a:extLst>
              <a:ext uri="{FF2B5EF4-FFF2-40B4-BE49-F238E27FC236}">
                <a16:creationId xmlns:a16="http://schemas.microsoft.com/office/drawing/2014/main" id="{3A90CEC2-E163-4719-90C2-2C168D34A4EE}"/>
              </a:ext>
            </a:extLst>
          </p:cNvPr>
          <p:cNvSpPr txBox="1"/>
          <p:nvPr/>
        </p:nvSpPr>
        <p:spPr>
          <a:xfrm>
            <a:off x="2671300" y="5026998"/>
            <a:ext cx="5278364"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r" defTabSz="457200" rtl="0" fontAlgn="auto" latinLnBrk="0" hangingPunct="0">
              <a:lnSpc>
                <a:spcPct val="100000"/>
              </a:lnSpc>
              <a:spcBef>
                <a:spcPts val="0"/>
              </a:spcBef>
              <a:spcAft>
                <a:spcPts val="0"/>
              </a:spcAft>
              <a:buClrTx/>
              <a:buSzTx/>
              <a:buFontTx/>
              <a:buNone/>
              <a:tabLst/>
            </a:pPr>
            <a:r>
              <a:rPr lang="ru-RU" b="1" dirty="0">
                <a:latin typeface="Arial"/>
                <a:ea typeface="Arial"/>
                <a:cs typeface="Arial"/>
                <a:sym typeface="Arial"/>
              </a:rPr>
              <a:t>…………………………..……………...………….20</a:t>
            </a:r>
            <a:endParaRPr kumimoji="0" lang="en-US" sz="1800" b="1" i="0" strike="noStrike" cap="none" spc="0" normalizeH="0" baseline="0" dirty="0">
              <a:ln>
                <a:noFill/>
              </a:ln>
              <a:solidFill>
                <a:srgbClr val="000000"/>
              </a:solidFill>
              <a:effectLst/>
              <a:uFillTx/>
              <a:latin typeface="Arial"/>
              <a:ea typeface="Arial"/>
              <a:cs typeface="Arial"/>
              <a:sym typeface="Arial"/>
            </a:endParaRPr>
          </a:p>
        </p:txBody>
      </p:sp>
      <p:sp>
        <p:nvSpPr>
          <p:cNvPr id="36" name="TextBox 35">
            <a:extLst>
              <a:ext uri="{FF2B5EF4-FFF2-40B4-BE49-F238E27FC236}">
                <a16:creationId xmlns:a16="http://schemas.microsoft.com/office/drawing/2014/main" id="{4FAB86E4-A165-6E0A-AD9C-8CCFD7EECF8C}"/>
              </a:ext>
            </a:extLst>
          </p:cNvPr>
          <p:cNvSpPr txBox="1"/>
          <p:nvPr/>
        </p:nvSpPr>
        <p:spPr>
          <a:xfrm>
            <a:off x="942872" y="5384334"/>
            <a:ext cx="6479458"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dirty="0">
                <a:hlinkClick r:id="rId11" action="ppaction://hlinksldjump"/>
              </a:rPr>
              <a:t>9. ССЫЛКИ НА ИСТОЧНИКИ</a:t>
            </a:r>
            <a:endParaRPr lang="ru-RU" dirty="0"/>
          </a:p>
        </p:txBody>
      </p:sp>
      <p:sp>
        <p:nvSpPr>
          <p:cNvPr id="37" name="TextBox 36">
            <a:extLst>
              <a:ext uri="{FF2B5EF4-FFF2-40B4-BE49-F238E27FC236}">
                <a16:creationId xmlns:a16="http://schemas.microsoft.com/office/drawing/2014/main" id="{1CC633E1-86DD-0E1D-901C-8D28C2ABD015}"/>
              </a:ext>
            </a:extLst>
          </p:cNvPr>
          <p:cNvSpPr txBox="1"/>
          <p:nvPr/>
        </p:nvSpPr>
        <p:spPr>
          <a:xfrm>
            <a:off x="2671300" y="5431398"/>
            <a:ext cx="5278364"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r" defTabSz="457200" rtl="0" fontAlgn="auto" latinLnBrk="0" hangingPunct="0">
              <a:lnSpc>
                <a:spcPct val="100000"/>
              </a:lnSpc>
              <a:spcBef>
                <a:spcPts val="0"/>
              </a:spcBef>
              <a:spcAft>
                <a:spcPts val="0"/>
              </a:spcAft>
              <a:buClrTx/>
              <a:buSzTx/>
              <a:buFontTx/>
              <a:buNone/>
              <a:tabLst/>
            </a:pPr>
            <a:r>
              <a:rPr lang="ru-RU" b="1" dirty="0">
                <a:latin typeface="Arial"/>
                <a:ea typeface="Arial"/>
                <a:cs typeface="Arial"/>
                <a:sym typeface="Arial"/>
              </a:rPr>
              <a:t>…………………………..……….….21</a:t>
            </a:r>
            <a:endParaRPr kumimoji="0" lang="en-US" sz="1800" b="1" i="0" strike="noStrike" cap="none" spc="0" normalizeH="0" baseline="0" dirty="0">
              <a:ln>
                <a:noFill/>
              </a:ln>
              <a:solidFill>
                <a:srgbClr val="000000"/>
              </a:solidFill>
              <a:effectLst/>
              <a:uFillTx/>
              <a:latin typeface="Arial"/>
              <a:ea typeface="Arial"/>
              <a:cs typeface="Arial"/>
              <a:sym typeface="Arial"/>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B7D8D-0E6B-3FE4-9C7E-F20F00D7A9E5}"/>
            </a:ext>
          </a:extLst>
        </p:cNvPr>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29CA58D6-0B85-1D36-0EE6-ABFE107CF37C}"/>
              </a:ext>
            </a:extLst>
          </p:cNvPr>
          <p:cNvSpPr/>
          <p:nvPr/>
        </p:nvSpPr>
        <p:spPr>
          <a:xfrm>
            <a:off x="517107" y="6408741"/>
            <a:ext cx="593402" cy="288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Текст. поле 2">
            <a:extLst>
              <a:ext uri="{FF2B5EF4-FFF2-40B4-BE49-F238E27FC236}">
                <a16:creationId xmlns:a16="http://schemas.microsoft.com/office/drawing/2014/main" id="{1FB30C95-52A4-F0F3-EE2A-DE6115031070}"/>
              </a:ext>
            </a:extLst>
          </p:cNvPr>
          <p:cNvSpPr txBox="1"/>
          <p:nvPr/>
        </p:nvSpPr>
        <p:spPr>
          <a:xfrm>
            <a:off x="890103" y="152589"/>
            <a:ext cx="3017873" cy="597869"/>
          </a:xfrm>
          <a:prstGeom prst="rect">
            <a:avLst/>
          </a:prstGeom>
          <a:noFill/>
        </p:spPr>
        <p:txBody>
          <a:bodyPr wrap="square" rtlCol="0">
            <a:spAutoFit/>
          </a:bodyPr>
          <a:lstStyle/>
          <a:p>
            <a:r>
              <a:rPr lang="ru-RU" sz="3200" dirty="0">
                <a:solidFill>
                  <a:schemeClr val="accent1"/>
                </a:solidFill>
                <a:latin typeface="Arial Black" pitchFamily="34" charset="0"/>
                <a:ea typeface="Arial Black" pitchFamily="34" charset="0"/>
                <a:cs typeface="Arial Black" pitchFamily="34" charset="0"/>
              </a:rPr>
              <a:t>ВВЕДЕНИЕ</a:t>
            </a:r>
            <a:endParaRPr lang="en-US" dirty="0">
              <a:solidFill>
                <a:schemeClr val="accent1"/>
              </a:solidFill>
              <a:latin typeface="Arial Black" pitchFamily="34" charset="0"/>
              <a:ea typeface="Arial Black" pitchFamily="34" charset="0"/>
              <a:cs typeface="Arial Black" pitchFamily="34" charset="0"/>
            </a:endParaRPr>
          </a:p>
        </p:txBody>
      </p:sp>
      <p:sp>
        <p:nvSpPr>
          <p:cNvPr id="4" name="Текст. поле 2">
            <a:extLst>
              <a:ext uri="{FF2B5EF4-FFF2-40B4-BE49-F238E27FC236}">
                <a16:creationId xmlns:a16="http://schemas.microsoft.com/office/drawing/2014/main" id="{271FB395-9078-4ED9-62BA-A66C5A4B310B}"/>
              </a:ext>
            </a:extLst>
          </p:cNvPr>
          <p:cNvSpPr txBox="1"/>
          <p:nvPr/>
        </p:nvSpPr>
        <p:spPr>
          <a:xfrm>
            <a:off x="226142" y="220690"/>
            <a:ext cx="501445" cy="461665"/>
          </a:xfrm>
          <a:prstGeom prst="rect">
            <a:avLst/>
          </a:prstGeom>
          <a:noFill/>
        </p:spPr>
        <p:txBody>
          <a:bodyPr wrap="square" rtlCol="0">
            <a:spAutoFit/>
          </a:bodyPr>
          <a:lstStyle/>
          <a:p>
            <a:r>
              <a:rPr lang="ru-RU" sz="2400"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rPr>
              <a:t>3</a:t>
            </a:r>
            <a:endParaRPr lang="en-US"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endParaRPr>
          </a:p>
        </p:txBody>
      </p:sp>
      <p:sp>
        <p:nvSpPr>
          <p:cNvPr id="6" name="TextBox 5">
            <a:extLst>
              <a:ext uri="{FF2B5EF4-FFF2-40B4-BE49-F238E27FC236}">
                <a16:creationId xmlns:a16="http://schemas.microsoft.com/office/drawing/2014/main" id="{698D6CE8-5C2F-E048-5C73-C3584BAE4BFA}"/>
              </a:ext>
            </a:extLst>
          </p:cNvPr>
          <p:cNvSpPr txBox="1"/>
          <p:nvPr/>
        </p:nvSpPr>
        <p:spPr>
          <a:xfrm>
            <a:off x="226142" y="833906"/>
            <a:ext cx="12644906" cy="50167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2000" b="1" dirty="0">
                <a:solidFill>
                  <a:schemeClr val="tx1"/>
                </a:solidFill>
              </a:rPr>
              <a:t>Используемое ПО:</a:t>
            </a:r>
          </a:p>
          <a:p>
            <a:pPr marL="342900" lvl="2" indent="-342900">
              <a:buFont typeface="Wingdings" panose="05000000000000000000" pitchFamily="2" charset="2"/>
              <a:buChar char="§"/>
            </a:pPr>
            <a:r>
              <a:rPr lang="ru-RU" sz="2000" dirty="0">
                <a:solidFill>
                  <a:schemeClr val="tx1"/>
                </a:solidFill>
              </a:rPr>
              <a:t>Персональный компьютер с ОС Windows 11</a:t>
            </a:r>
            <a:endParaRPr lang="en-US" sz="2000" dirty="0">
              <a:solidFill>
                <a:schemeClr val="tx1"/>
              </a:solidFill>
            </a:endParaRPr>
          </a:p>
          <a:p>
            <a:pPr marL="342900" lvl="2" indent="-342900">
              <a:buFont typeface="Wingdings" panose="05000000000000000000" pitchFamily="2" charset="2"/>
              <a:buChar char="§"/>
            </a:pPr>
            <a:r>
              <a:rPr lang="ru-RU" sz="2000" dirty="0">
                <a:solidFill>
                  <a:schemeClr val="tx1"/>
                </a:solidFill>
              </a:rPr>
              <a:t>Браузер </a:t>
            </a:r>
            <a:r>
              <a:rPr lang="en-US" sz="2000" dirty="0">
                <a:solidFill>
                  <a:schemeClr val="tx1"/>
                </a:solidFill>
              </a:rPr>
              <a:t>Yandex</a:t>
            </a:r>
            <a:endParaRPr lang="ru-RU" sz="2000" dirty="0">
              <a:solidFill>
                <a:schemeClr val="tx1"/>
              </a:solidFill>
            </a:endParaRPr>
          </a:p>
          <a:p>
            <a:pPr marL="342900" lvl="2" indent="-342900">
              <a:buFont typeface="Wingdings" panose="05000000000000000000" pitchFamily="2" charset="2"/>
              <a:buChar char="§"/>
            </a:pPr>
            <a:r>
              <a:rPr lang="en-US" sz="2000" dirty="0">
                <a:solidFill>
                  <a:schemeClr val="tx1"/>
                </a:solidFill>
              </a:rPr>
              <a:t>draw.io</a:t>
            </a:r>
            <a:endParaRPr lang="ru-RU" sz="2000" dirty="0">
              <a:solidFill>
                <a:schemeClr val="tx1"/>
              </a:solidFill>
            </a:endParaRPr>
          </a:p>
          <a:p>
            <a:pPr marL="285750" lvl="2" indent="-285750">
              <a:buFont typeface="Wingdings" panose="05000000000000000000" pitchFamily="2" charset="2"/>
              <a:buChar char="§"/>
            </a:pPr>
            <a:r>
              <a:rPr lang="en-US" sz="2000" dirty="0">
                <a:solidFill>
                  <a:schemeClr val="tx1"/>
                </a:solidFill>
              </a:rPr>
              <a:t> PostgreSQL</a:t>
            </a:r>
            <a:endParaRPr lang="ru-RU" sz="2000" dirty="0">
              <a:solidFill>
                <a:schemeClr val="tx1"/>
              </a:solidFill>
            </a:endParaRPr>
          </a:p>
          <a:p>
            <a:pPr marL="285750" lvl="2" indent="-285750">
              <a:buFont typeface="Wingdings" panose="05000000000000000000" pitchFamily="2" charset="2"/>
              <a:buChar char="§"/>
            </a:pPr>
            <a:endParaRPr lang="ru-RU" sz="2000" dirty="0">
              <a:solidFill>
                <a:schemeClr val="tx1"/>
              </a:solidFill>
            </a:endParaRPr>
          </a:p>
          <a:p>
            <a:pPr algn="just"/>
            <a:r>
              <a:rPr lang="ru-RU" sz="2000" b="1" dirty="0">
                <a:solidFill>
                  <a:schemeClr val="tx1"/>
                </a:solidFill>
              </a:rPr>
              <a:t>Цель работы:  </a:t>
            </a:r>
            <a:r>
              <a:rPr lang="ru-RU" sz="2000" dirty="0">
                <a:solidFill>
                  <a:schemeClr val="tx1"/>
                </a:solidFill>
              </a:rPr>
              <a:t>Разработать комплексное информационное и процессное описание для автоматизации учёта товарно-материальных ценностей на основе первичного документа «Товарная накладная (ТОРГ-12)», а также спроектировать структуру базы данных и смоделировать бизнес-процесс в нотации BPMN 2.0</a:t>
            </a:r>
          </a:p>
          <a:p>
            <a:r>
              <a:rPr lang="ru-RU" sz="2000" b="1" dirty="0">
                <a:solidFill>
                  <a:schemeClr val="tx1"/>
                </a:solidFill>
              </a:rPr>
              <a:t>Задачи:</a:t>
            </a:r>
          </a:p>
          <a:p>
            <a:pPr marL="457200" indent="-457200" algn="just">
              <a:buFont typeface="+mj-lt"/>
              <a:buAutoNum type="arabicPeriod"/>
            </a:pPr>
            <a:r>
              <a:rPr lang="ru-RU" sz="2000" dirty="0">
                <a:solidFill>
                  <a:schemeClr val="tx1"/>
                </a:solidFill>
              </a:rPr>
              <a:t>Провести реквизитный анализ документа «Товарная накладная (ТОРГ-12)»</a:t>
            </a:r>
          </a:p>
          <a:p>
            <a:pPr marL="457200" indent="-457200" algn="just">
              <a:buFont typeface="+mj-lt"/>
              <a:buAutoNum type="arabicPeriod"/>
            </a:pPr>
            <a:r>
              <a:rPr lang="ru-RU" sz="2000" dirty="0">
                <a:solidFill>
                  <a:schemeClr val="tx1"/>
                </a:solidFill>
              </a:rPr>
              <a:t>Описать процесс работы с этим документом</a:t>
            </a:r>
          </a:p>
          <a:p>
            <a:pPr marL="457200" indent="-457200" algn="just">
              <a:buFont typeface="+mj-lt"/>
              <a:buAutoNum type="arabicPeriod"/>
            </a:pPr>
            <a:r>
              <a:rPr lang="ru-RU" sz="2000" dirty="0">
                <a:solidFill>
                  <a:schemeClr val="tx1"/>
                </a:solidFill>
              </a:rPr>
              <a:t>Изучить теоретические основы стандарта BPMN 2.0</a:t>
            </a:r>
          </a:p>
          <a:p>
            <a:pPr marL="457200" indent="-457200" algn="just">
              <a:buFont typeface="+mj-lt"/>
              <a:buAutoNum type="arabicPeriod"/>
            </a:pPr>
            <a:r>
              <a:rPr lang="ru-RU" sz="2000" dirty="0">
                <a:solidFill>
                  <a:schemeClr val="tx1"/>
                </a:solidFill>
              </a:rPr>
              <a:t>Смоделировать бизнес-процесс работы с товарной накладной в нотации BPMN 2.0</a:t>
            </a:r>
          </a:p>
          <a:p>
            <a:pPr marL="457200" indent="-457200" algn="just">
              <a:buFont typeface="+mj-lt"/>
              <a:buAutoNum type="arabicPeriod"/>
            </a:pPr>
            <a:r>
              <a:rPr lang="ru-RU" sz="2000" dirty="0">
                <a:solidFill>
                  <a:schemeClr val="tx1"/>
                </a:solidFill>
              </a:rPr>
              <a:t>Спроектировать базу данных для хранения информации из товарной накладной</a:t>
            </a:r>
          </a:p>
        </p:txBody>
      </p:sp>
      <p:sp>
        <p:nvSpPr>
          <p:cNvPr id="10" name="Управляющая кнопка: &quot;На главную&quot; 9">
            <a:hlinkClick r:id="rId3" action="ppaction://hlinksldjump" highlightClick="1"/>
            <a:extLst>
              <a:ext uri="{FF2B5EF4-FFF2-40B4-BE49-F238E27FC236}">
                <a16:creationId xmlns:a16="http://schemas.microsoft.com/office/drawing/2014/main" id="{36C1576A-3BA8-4F38-28FE-5FFE6119BD73}"/>
              </a:ext>
            </a:extLst>
          </p:cNvPr>
          <p:cNvSpPr/>
          <p:nvPr/>
        </p:nvSpPr>
        <p:spPr>
          <a:xfrm>
            <a:off x="11130117" y="6174710"/>
            <a:ext cx="593402" cy="610798"/>
          </a:xfrm>
          <a:prstGeom prst="actionButtonHome">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1" name="Управляющая кнопка: &quot;Вперед&quot; или &quot;Следующий&quot; 10">
            <a:hlinkClick r:id="" action="ppaction://hlinkshowjump?jump=nextslide" highlightClick="1"/>
            <a:extLst>
              <a:ext uri="{FF2B5EF4-FFF2-40B4-BE49-F238E27FC236}">
                <a16:creationId xmlns:a16="http://schemas.microsoft.com/office/drawing/2014/main" id="{4EAA2586-EB24-B45D-2CA8-3794CD6EA27B}"/>
              </a:ext>
            </a:extLst>
          </p:cNvPr>
          <p:cNvSpPr/>
          <p:nvPr/>
        </p:nvSpPr>
        <p:spPr>
          <a:xfrm>
            <a:off x="11843491" y="6174710"/>
            <a:ext cx="593402" cy="610798"/>
          </a:xfrm>
          <a:prstGeom prst="actionButtonForwardNext">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213905684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C9757-C280-FED7-7156-0DE7C56D84A4}"/>
            </a:ext>
          </a:extLst>
        </p:cNvPr>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E86B1510-0F01-6E9B-36A6-4283DC57E4E6}"/>
              </a:ext>
            </a:extLst>
          </p:cNvPr>
          <p:cNvSpPr/>
          <p:nvPr/>
        </p:nvSpPr>
        <p:spPr>
          <a:xfrm>
            <a:off x="517107" y="6408741"/>
            <a:ext cx="593402" cy="288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Текст. поле 2">
            <a:extLst>
              <a:ext uri="{FF2B5EF4-FFF2-40B4-BE49-F238E27FC236}">
                <a16:creationId xmlns:a16="http://schemas.microsoft.com/office/drawing/2014/main" id="{C1D9CC82-9D96-90CA-EA13-36FC918CA3CF}"/>
              </a:ext>
            </a:extLst>
          </p:cNvPr>
          <p:cNvSpPr txBox="1"/>
          <p:nvPr/>
        </p:nvSpPr>
        <p:spPr>
          <a:xfrm>
            <a:off x="890103" y="152589"/>
            <a:ext cx="9654434" cy="584775"/>
          </a:xfrm>
          <a:prstGeom prst="rect">
            <a:avLst/>
          </a:prstGeom>
          <a:noFill/>
        </p:spPr>
        <p:txBody>
          <a:bodyPr wrap="square" rtlCol="0">
            <a:spAutoFit/>
          </a:bodyPr>
          <a:lstStyle/>
          <a:p>
            <a:r>
              <a:rPr lang="ru-RU" sz="3200" b="1" dirty="0">
                <a:solidFill>
                  <a:srgbClr val="A30236"/>
                </a:solidFill>
                <a:latin typeface="Arial Black" panose="020B0A04020102020204" pitchFamily="34" charset="0"/>
              </a:rPr>
              <a:t>РЕКВИЗИТНЫЙ АНАЛИЗ ДОКУМЕНТА</a:t>
            </a:r>
          </a:p>
        </p:txBody>
      </p:sp>
      <p:sp>
        <p:nvSpPr>
          <p:cNvPr id="4" name="Текст. поле 2">
            <a:extLst>
              <a:ext uri="{FF2B5EF4-FFF2-40B4-BE49-F238E27FC236}">
                <a16:creationId xmlns:a16="http://schemas.microsoft.com/office/drawing/2014/main" id="{98C5190A-D928-F6DD-1060-A1AA3691D128}"/>
              </a:ext>
            </a:extLst>
          </p:cNvPr>
          <p:cNvSpPr txBox="1"/>
          <p:nvPr/>
        </p:nvSpPr>
        <p:spPr>
          <a:xfrm>
            <a:off x="226142" y="220690"/>
            <a:ext cx="501445" cy="461665"/>
          </a:xfrm>
          <a:prstGeom prst="rect">
            <a:avLst/>
          </a:prstGeom>
          <a:noFill/>
        </p:spPr>
        <p:txBody>
          <a:bodyPr wrap="square" rtlCol="0">
            <a:spAutoFit/>
          </a:bodyPr>
          <a:lstStyle/>
          <a:p>
            <a:r>
              <a:rPr lang="ru-RU" sz="2400"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rPr>
              <a:t>4</a:t>
            </a:r>
            <a:endParaRPr lang="en-US"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endParaRPr>
          </a:p>
        </p:txBody>
      </p:sp>
      <p:pic>
        <p:nvPicPr>
          <p:cNvPr id="5" name="Рисунок 4">
            <a:extLst>
              <a:ext uri="{FF2B5EF4-FFF2-40B4-BE49-F238E27FC236}">
                <a16:creationId xmlns:a16="http://schemas.microsoft.com/office/drawing/2014/main" id="{13021ECC-3179-952F-CED5-F83DC0B44D51}"/>
              </a:ext>
            </a:extLst>
          </p:cNvPr>
          <p:cNvPicPr>
            <a:picLocks noChangeAspect="1"/>
          </p:cNvPicPr>
          <p:nvPr/>
        </p:nvPicPr>
        <p:blipFill>
          <a:blip r:embed="rId3"/>
          <a:stretch>
            <a:fillRect/>
          </a:stretch>
        </p:blipFill>
        <p:spPr>
          <a:xfrm>
            <a:off x="6477000" y="1513024"/>
            <a:ext cx="6338691" cy="4634207"/>
          </a:xfrm>
          <a:prstGeom prst="rect">
            <a:avLst/>
          </a:prstGeom>
        </p:spPr>
      </p:pic>
      <p:sp>
        <p:nvSpPr>
          <p:cNvPr id="6" name="Lorem ipsum dolor sit amet, consectetur adipiscing elit, sed do eiusmod tempor incididunt ut labore et dolore magna aliqua. Arcu dictum varius duis at lorem donec. Volutpat maecenas volutpat blandit aliquam. Egestas quis ipsum suspendisse ultrices gravid">
            <a:extLst>
              <a:ext uri="{FF2B5EF4-FFF2-40B4-BE49-F238E27FC236}">
                <a16:creationId xmlns:a16="http://schemas.microsoft.com/office/drawing/2014/main" id="{6C00C2C7-4D85-F2E4-B86F-FFBC87AC6436}"/>
              </a:ext>
            </a:extLst>
          </p:cNvPr>
          <p:cNvSpPr txBox="1"/>
          <p:nvPr/>
        </p:nvSpPr>
        <p:spPr>
          <a:xfrm>
            <a:off x="138309" y="1147340"/>
            <a:ext cx="6181468" cy="53655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a:spAutoFit/>
          </a:bodyPr>
          <a:lstStyle/>
          <a:p>
            <a:pPr algn="just"/>
            <a:r>
              <a:rPr lang="ru-RU" b="0" dirty="0">
                <a:latin typeface="Arial" panose="020B0604020202020204" pitchFamily="34" charset="0"/>
                <a:cs typeface="Arial" panose="020B0604020202020204" pitchFamily="34" charset="0"/>
              </a:rPr>
              <a:t>Документ "Товарная накладная" (ТОРГ-12) представляет собой типичный экономический документ в фиксированном формате, используемый для фиксации передачи товарно-материальных ценностей (ТМЦ) от поставщика к покупателю. Он имеет табличную форму с общей (заголовочной) частью, предметной (содержательной) частью в виде таблицы товаров и оформительской частью (подписи, печати).</a:t>
            </a:r>
          </a:p>
          <a:p>
            <a:pPr algn="just"/>
            <a:endParaRPr lang="ru-RU" b="0" dirty="0">
              <a:latin typeface="Arial" panose="020B0604020202020204" pitchFamily="34" charset="0"/>
              <a:cs typeface="Arial" panose="020B0604020202020204" pitchFamily="34" charset="0"/>
            </a:endParaRPr>
          </a:p>
          <a:p>
            <a:pPr algn="just"/>
            <a:r>
              <a:rPr lang="ru-RU" b="0" dirty="0">
                <a:latin typeface="Arial" panose="020B0604020202020204" pitchFamily="34" charset="0"/>
                <a:cs typeface="Arial" panose="020B0604020202020204" pitchFamily="34" charset="0"/>
              </a:rPr>
              <a:t>Документ нормализован для машинной обработки как реляционный файл: строки соответствуют позициям товаров (записям), столбцы – реквизитам. Каждая запись характеризуется фиксированным набором свойств. Порядок строк несущественен, но таблица содержит переменное количество строк. Реквизиты делятся на реквизиты-признаки (качественные свойства: наименования, коды, адреса) и реквизиты-основания (количественные: суммы, количества).</a:t>
            </a:r>
          </a:p>
          <a:p>
            <a:pPr algn="just"/>
            <a:endParaRPr lang="ru-RU" b="0" dirty="0">
              <a:latin typeface="Arial" panose="020B0604020202020204" pitchFamily="34" charset="0"/>
              <a:cs typeface="Arial" panose="020B0604020202020204" pitchFamily="34" charset="0"/>
            </a:endParaRPr>
          </a:p>
        </p:txBody>
      </p:sp>
      <p:sp>
        <p:nvSpPr>
          <p:cNvPr id="7" name="Управляющая кнопка: &quot;На главную&quot; 6">
            <a:hlinkClick r:id="rId4" action="ppaction://hlinksldjump" highlightClick="1"/>
            <a:extLst>
              <a:ext uri="{FF2B5EF4-FFF2-40B4-BE49-F238E27FC236}">
                <a16:creationId xmlns:a16="http://schemas.microsoft.com/office/drawing/2014/main" id="{129D3DAD-9CFF-7D80-9FEB-7581FB793839}"/>
              </a:ext>
            </a:extLst>
          </p:cNvPr>
          <p:cNvSpPr/>
          <p:nvPr/>
        </p:nvSpPr>
        <p:spPr>
          <a:xfrm>
            <a:off x="11149781" y="6174710"/>
            <a:ext cx="593402" cy="610798"/>
          </a:xfrm>
          <a:prstGeom prst="actionButtonHome">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8" name="Управляющая кнопка: &quot;Вперед&quot; или &quot;Следующий&quot; 7">
            <a:hlinkClick r:id="" action="ppaction://hlinkshowjump?jump=nextslide" highlightClick="1"/>
            <a:extLst>
              <a:ext uri="{FF2B5EF4-FFF2-40B4-BE49-F238E27FC236}">
                <a16:creationId xmlns:a16="http://schemas.microsoft.com/office/drawing/2014/main" id="{D2855D7D-01D2-259B-F990-0BCC28C3721F}"/>
              </a:ext>
            </a:extLst>
          </p:cNvPr>
          <p:cNvSpPr/>
          <p:nvPr/>
        </p:nvSpPr>
        <p:spPr>
          <a:xfrm>
            <a:off x="11843491" y="6174710"/>
            <a:ext cx="593402" cy="610798"/>
          </a:xfrm>
          <a:prstGeom prst="actionButtonForwardNext">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9" name="Управляющая кнопка: &quot;Назад&quot; или &quot;Предыдущий&quot; 8">
            <a:hlinkClick r:id="" action="ppaction://hlinkshowjump?jump=previousslide" highlightClick="1"/>
            <a:extLst>
              <a:ext uri="{FF2B5EF4-FFF2-40B4-BE49-F238E27FC236}">
                <a16:creationId xmlns:a16="http://schemas.microsoft.com/office/drawing/2014/main" id="{10372408-B3A1-E112-AC3E-E2DDB04FA9EA}"/>
              </a:ext>
            </a:extLst>
          </p:cNvPr>
          <p:cNvSpPr/>
          <p:nvPr/>
        </p:nvSpPr>
        <p:spPr>
          <a:xfrm>
            <a:off x="10456071" y="6174710"/>
            <a:ext cx="593402" cy="610798"/>
          </a:xfrm>
          <a:prstGeom prst="actionButtonBackPrevious">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2652128498"/>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8FD60-B284-982E-9DAA-7DB3DEDE2A1B}"/>
            </a:ext>
          </a:extLst>
        </p:cNvPr>
        <p:cNvGrpSpPr/>
        <p:nvPr/>
      </p:nvGrpSpPr>
      <p:grpSpPr>
        <a:xfrm>
          <a:off x="0" y="0"/>
          <a:ext cx="0" cy="0"/>
          <a:chOff x="0" y="0"/>
          <a:chExt cx="0" cy="0"/>
        </a:xfrm>
      </p:grpSpPr>
      <p:pic>
        <p:nvPicPr>
          <p:cNvPr id="16" name="Рисунок 15">
            <a:extLst>
              <a:ext uri="{FF2B5EF4-FFF2-40B4-BE49-F238E27FC236}">
                <a16:creationId xmlns:a16="http://schemas.microsoft.com/office/drawing/2014/main" id="{93FB2EF9-568F-2143-173B-0691B2B5F686}"/>
              </a:ext>
            </a:extLst>
          </p:cNvPr>
          <p:cNvPicPr>
            <a:picLocks noChangeAspect="1"/>
          </p:cNvPicPr>
          <p:nvPr/>
        </p:nvPicPr>
        <p:blipFill>
          <a:blip r:embed="rId3"/>
          <a:srcRect b="38168"/>
          <a:stretch>
            <a:fillRect/>
          </a:stretch>
        </p:blipFill>
        <p:spPr>
          <a:xfrm>
            <a:off x="6488623" y="3093482"/>
            <a:ext cx="6478125" cy="2951544"/>
          </a:xfrm>
          <a:prstGeom prst="rect">
            <a:avLst/>
          </a:prstGeom>
        </p:spPr>
      </p:pic>
      <p:sp>
        <p:nvSpPr>
          <p:cNvPr id="13" name="Прямоугольник 12">
            <a:extLst>
              <a:ext uri="{FF2B5EF4-FFF2-40B4-BE49-F238E27FC236}">
                <a16:creationId xmlns:a16="http://schemas.microsoft.com/office/drawing/2014/main" id="{6D4E0A99-740C-018E-6567-1BE10A6D26A5}"/>
              </a:ext>
            </a:extLst>
          </p:cNvPr>
          <p:cNvSpPr/>
          <p:nvPr/>
        </p:nvSpPr>
        <p:spPr>
          <a:xfrm>
            <a:off x="6789488" y="1116295"/>
            <a:ext cx="5853149" cy="1977187"/>
          </a:xfrm>
          <a:prstGeom prst="rect">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2" name="Прямоугольник 1">
            <a:extLst>
              <a:ext uri="{FF2B5EF4-FFF2-40B4-BE49-F238E27FC236}">
                <a16:creationId xmlns:a16="http://schemas.microsoft.com/office/drawing/2014/main" id="{2D584382-2031-787D-E7F6-ADE3A4A25235}"/>
              </a:ext>
            </a:extLst>
          </p:cNvPr>
          <p:cNvSpPr/>
          <p:nvPr/>
        </p:nvSpPr>
        <p:spPr>
          <a:xfrm>
            <a:off x="517107" y="6408741"/>
            <a:ext cx="593402" cy="288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Текст. поле 2">
            <a:extLst>
              <a:ext uri="{FF2B5EF4-FFF2-40B4-BE49-F238E27FC236}">
                <a16:creationId xmlns:a16="http://schemas.microsoft.com/office/drawing/2014/main" id="{C1E9E3CE-FC91-719D-CA2A-F0DAB2F513CB}"/>
              </a:ext>
            </a:extLst>
          </p:cNvPr>
          <p:cNvSpPr txBox="1"/>
          <p:nvPr/>
        </p:nvSpPr>
        <p:spPr>
          <a:xfrm>
            <a:off x="890103" y="152589"/>
            <a:ext cx="9654434" cy="584775"/>
          </a:xfrm>
          <a:prstGeom prst="rect">
            <a:avLst/>
          </a:prstGeom>
          <a:noFill/>
        </p:spPr>
        <p:txBody>
          <a:bodyPr wrap="square" rtlCol="0">
            <a:spAutoFit/>
          </a:bodyPr>
          <a:lstStyle/>
          <a:p>
            <a:r>
              <a:rPr lang="ru-RU" sz="3200" b="1" dirty="0">
                <a:solidFill>
                  <a:srgbClr val="A30236"/>
                </a:solidFill>
                <a:latin typeface="Arial Black" panose="020B0A04020102020204" pitchFamily="34" charset="0"/>
              </a:rPr>
              <a:t>РЕКВИЗИТНЫЙ АНАЛИЗ ДОКУМЕНТА</a:t>
            </a:r>
          </a:p>
        </p:txBody>
      </p:sp>
      <p:sp>
        <p:nvSpPr>
          <p:cNvPr id="4" name="Текст. поле 2">
            <a:extLst>
              <a:ext uri="{FF2B5EF4-FFF2-40B4-BE49-F238E27FC236}">
                <a16:creationId xmlns:a16="http://schemas.microsoft.com/office/drawing/2014/main" id="{37B52609-13B7-C301-6834-88DEB19DC381}"/>
              </a:ext>
            </a:extLst>
          </p:cNvPr>
          <p:cNvSpPr txBox="1"/>
          <p:nvPr/>
        </p:nvSpPr>
        <p:spPr>
          <a:xfrm>
            <a:off x="226142" y="220690"/>
            <a:ext cx="501445" cy="461665"/>
          </a:xfrm>
          <a:prstGeom prst="rect">
            <a:avLst/>
          </a:prstGeom>
          <a:noFill/>
        </p:spPr>
        <p:txBody>
          <a:bodyPr wrap="square" rtlCol="0">
            <a:spAutoFit/>
          </a:bodyPr>
          <a:lstStyle/>
          <a:p>
            <a:r>
              <a:rPr lang="ru-RU" sz="2400"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rPr>
              <a:t>5</a:t>
            </a:r>
            <a:endParaRPr lang="en-US"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endParaRPr>
          </a:p>
        </p:txBody>
      </p:sp>
      <p:sp>
        <p:nvSpPr>
          <p:cNvPr id="10" name="TextBox 9">
            <a:extLst>
              <a:ext uri="{FF2B5EF4-FFF2-40B4-BE49-F238E27FC236}">
                <a16:creationId xmlns:a16="http://schemas.microsoft.com/office/drawing/2014/main" id="{2BDEDAA3-E14E-1E9F-69F1-9ED99C3B71C4}"/>
              </a:ext>
            </a:extLst>
          </p:cNvPr>
          <p:cNvSpPr txBox="1"/>
          <p:nvPr/>
        </p:nvSpPr>
        <p:spPr>
          <a:xfrm>
            <a:off x="226142" y="638898"/>
            <a:ext cx="10457291"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ru-RU" sz="1800" b="1" dirty="0">
                <a:solidFill>
                  <a:schemeClr val="tx1"/>
                </a:solidFill>
                <a:latin typeface="Arial" panose="020B0604020202020204" pitchFamily="34" charset="0"/>
                <a:cs typeface="Arial" panose="020B0604020202020204" pitchFamily="34" charset="0"/>
              </a:rPr>
              <a:t>Общая часть (тип 1: общие реквизиты для всего документа, выносятся в шапку во избежание дублирования)</a:t>
            </a:r>
          </a:p>
        </p:txBody>
      </p:sp>
      <p:sp>
        <p:nvSpPr>
          <p:cNvPr id="12" name="TextBox 11">
            <a:extLst>
              <a:ext uri="{FF2B5EF4-FFF2-40B4-BE49-F238E27FC236}">
                <a16:creationId xmlns:a16="http://schemas.microsoft.com/office/drawing/2014/main" id="{5CB1DF1D-9544-C3AE-2F25-5455D55610C7}"/>
              </a:ext>
            </a:extLst>
          </p:cNvPr>
          <p:cNvSpPr txBox="1"/>
          <p:nvPr/>
        </p:nvSpPr>
        <p:spPr>
          <a:xfrm>
            <a:off x="6789489" y="1154490"/>
            <a:ext cx="5853148" cy="19389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ru-RU" sz="2000" dirty="0">
                <a:solidFill>
                  <a:schemeClr val="bg1"/>
                </a:solidFill>
                <a:effectLst>
                  <a:outerShdw blurRad="38100" dist="38100" dir="2700000" algn="tl">
                    <a:srgbClr val="000000">
                      <a:alpha val="43137"/>
                    </a:srgbClr>
                  </a:outerShdw>
                </a:effectLst>
              </a:rPr>
              <a:t>Эти реквизиты образуют "Шапку документа", которая нормализуется путем внесения в каждую строку таблицы для реляционного файла. Они не подлежат арифметическим операциям, но используются для логической обработки (поиск, сортировка).</a:t>
            </a:r>
          </a:p>
        </p:txBody>
      </p:sp>
      <p:sp>
        <p:nvSpPr>
          <p:cNvPr id="15" name="TextBox 14">
            <a:extLst>
              <a:ext uri="{FF2B5EF4-FFF2-40B4-BE49-F238E27FC236}">
                <a16:creationId xmlns:a16="http://schemas.microsoft.com/office/drawing/2014/main" id="{F528FCA5-4458-74FD-DB87-2AD044E596FB}"/>
              </a:ext>
            </a:extLst>
          </p:cNvPr>
          <p:cNvSpPr txBox="1"/>
          <p:nvPr/>
        </p:nvSpPr>
        <p:spPr>
          <a:xfrm>
            <a:off x="78783" y="1285229"/>
            <a:ext cx="6398218" cy="55502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57200" lvl="0" indent="-457200" algn="just">
              <a:buFont typeface="Arial" panose="020B0604020202020204" pitchFamily="34" charset="0"/>
              <a:buChar char="•"/>
            </a:pPr>
            <a:r>
              <a:rPr lang="ru-RU" dirty="0">
                <a:solidFill>
                  <a:schemeClr val="tx1"/>
                </a:solidFill>
                <a:latin typeface="Arial" panose="020B0604020202020204" pitchFamily="34" charset="0"/>
                <a:cs typeface="Arial" panose="020B0604020202020204" pitchFamily="34" charset="0"/>
              </a:rPr>
              <a:t>Реквизит "Грузоотправитель" (СЕИ: включает наименование организации, адрес, ИНН, КПП, банковские реквизиты) – признак, алфавитно-цифровой.</a:t>
            </a:r>
          </a:p>
          <a:p>
            <a:pPr marL="457200" lvl="0" indent="-457200" algn="just">
              <a:buFont typeface="Arial" panose="020B0604020202020204" pitchFamily="34" charset="0"/>
              <a:buChar char="•"/>
            </a:pPr>
            <a:r>
              <a:rPr lang="ru-RU" dirty="0">
                <a:solidFill>
                  <a:schemeClr val="tx1"/>
                </a:solidFill>
                <a:latin typeface="Arial" panose="020B0604020202020204" pitchFamily="34" charset="0"/>
                <a:cs typeface="Arial" panose="020B0604020202020204" pitchFamily="34" charset="0"/>
              </a:rPr>
              <a:t>Реквизит "Грузополучатель" (СЕИ: аналогично, наименование, адрес, ИНН, КПП) – признак.</a:t>
            </a:r>
          </a:p>
          <a:p>
            <a:pPr marL="457200" lvl="0" indent="-457200" algn="just">
              <a:buFont typeface="Arial" panose="020B0604020202020204" pitchFamily="34" charset="0"/>
              <a:buChar char="•"/>
            </a:pPr>
            <a:r>
              <a:rPr lang="ru-RU" dirty="0">
                <a:solidFill>
                  <a:schemeClr val="tx1"/>
                </a:solidFill>
                <a:latin typeface="Arial" panose="020B0604020202020204" pitchFamily="34" charset="0"/>
                <a:cs typeface="Arial" panose="020B0604020202020204" pitchFamily="34" charset="0"/>
              </a:rPr>
              <a:t>Реквизит "Поставщик" (СЕИ: наименование, адрес, ИНН, КПП) – признак.</a:t>
            </a:r>
          </a:p>
          <a:p>
            <a:pPr marL="457200" lvl="0" indent="-457200" algn="just">
              <a:buFont typeface="Arial" panose="020B0604020202020204" pitchFamily="34" charset="0"/>
              <a:buChar char="•"/>
            </a:pPr>
            <a:r>
              <a:rPr lang="ru-RU" dirty="0">
                <a:solidFill>
                  <a:schemeClr val="tx1"/>
                </a:solidFill>
                <a:latin typeface="Arial" panose="020B0604020202020204" pitchFamily="34" charset="0"/>
                <a:cs typeface="Arial" panose="020B0604020202020204" pitchFamily="34" charset="0"/>
              </a:rPr>
              <a:t>Реквизит "Плательщик" (СЕИ: наименование, адрес, ИНН, КПП) – признак.</a:t>
            </a:r>
          </a:p>
          <a:p>
            <a:pPr marL="457200" lvl="0" indent="-457200" algn="just">
              <a:buFont typeface="Arial" panose="020B0604020202020204" pitchFamily="34" charset="0"/>
              <a:buChar char="•"/>
            </a:pPr>
            <a:r>
              <a:rPr lang="ru-RU" dirty="0">
                <a:solidFill>
                  <a:schemeClr val="tx1"/>
                </a:solidFill>
                <a:latin typeface="Arial" panose="020B0604020202020204" pitchFamily="34" charset="0"/>
                <a:cs typeface="Arial" panose="020B0604020202020204" pitchFamily="34" charset="0"/>
              </a:rPr>
              <a:t>Реквизит "Основание" (договор № от даты) – признак, алфавитно-цифровой.</a:t>
            </a:r>
          </a:p>
          <a:p>
            <a:pPr marL="457200" lvl="0" indent="-457200" algn="just">
              <a:buFont typeface="Arial" panose="020B0604020202020204" pitchFamily="34" charset="0"/>
              <a:buChar char="•"/>
            </a:pPr>
            <a:r>
              <a:rPr lang="ru-RU" dirty="0">
                <a:solidFill>
                  <a:schemeClr val="tx1"/>
                </a:solidFill>
                <a:latin typeface="Arial" panose="020B0604020202020204" pitchFamily="34" charset="0"/>
                <a:cs typeface="Arial" panose="020B0604020202020204" pitchFamily="34" charset="0"/>
              </a:rPr>
              <a:t>Реквизит "Номер накладной" – признак, цифровой.</a:t>
            </a:r>
          </a:p>
          <a:p>
            <a:pPr marL="457200" lvl="0" indent="-457200" algn="just">
              <a:buFont typeface="Arial" panose="020B0604020202020204" pitchFamily="34" charset="0"/>
              <a:buChar char="•"/>
            </a:pPr>
            <a:r>
              <a:rPr lang="ru-RU" dirty="0">
                <a:solidFill>
                  <a:schemeClr val="tx1"/>
                </a:solidFill>
                <a:latin typeface="Arial" panose="020B0604020202020204" pitchFamily="34" charset="0"/>
                <a:cs typeface="Arial" panose="020B0604020202020204" pitchFamily="34" charset="0"/>
              </a:rPr>
              <a:t>Реквизит "Дата составления" (день, месяц, год) – признак, цифровой (СЕИ "Дата").</a:t>
            </a:r>
          </a:p>
          <a:p>
            <a:pPr marL="457200" lvl="0" indent="-457200" algn="just">
              <a:buFont typeface="Arial" panose="020B0604020202020204" pitchFamily="34" charset="0"/>
              <a:buChar char="•"/>
            </a:pPr>
            <a:r>
              <a:rPr lang="ru-RU" dirty="0">
                <a:solidFill>
                  <a:schemeClr val="tx1"/>
                </a:solidFill>
                <a:latin typeface="Arial" panose="020B0604020202020204" pitchFamily="34" charset="0"/>
                <a:cs typeface="Arial" panose="020B0604020202020204" pitchFamily="34" charset="0"/>
              </a:rPr>
              <a:t>Реквизит "Вид операции" (опционально) – признак.</a:t>
            </a:r>
          </a:p>
          <a:p>
            <a:pPr marL="457200" lvl="0" indent="-457200" algn="just">
              <a:buFont typeface="Arial" panose="020B0604020202020204" pitchFamily="34" charset="0"/>
              <a:buChar char="•"/>
            </a:pPr>
            <a:r>
              <a:rPr lang="ru-RU" dirty="0">
                <a:solidFill>
                  <a:schemeClr val="tx1"/>
                </a:solidFill>
                <a:latin typeface="Arial" panose="020B0604020202020204" pitchFamily="34" charset="0"/>
                <a:cs typeface="Arial" panose="020B0604020202020204" pitchFamily="34" charset="0"/>
              </a:rPr>
              <a:t>Реквизит "Дополнительные сведения" (опционально: транспортные данные) – признак, текстовый.</a:t>
            </a:r>
          </a:p>
          <a:p>
            <a:pPr marL="0" marR="0" indent="0" algn="ctr" defTabSz="825500" rtl="0" fontAlgn="auto" latinLnBrk="0" hangingPunct="0">
              <a:lnSpc>
                <a:spcPct val="100000"/>
              </a:lnSpc>
              <a:spcBef>
                <a:spcPts val="0"/>
              </a:spcBef>
              <a:spcAft>
                <a:spcPts val="0"/>
              </a:spcAft>
              <a:buClrTx/>
              <a:buSzTx/>
              <a:buFontTx/>
              <a:buNone/>
              <a:tabLst/>
            </a:pPr>
            <a:endParaRPr kumimoji="0" lang="ru-RU" sz="30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
        <p:nvSpPr>
          <p:cNvPr id="17" name="Управляющая кнопка: &quot;Назад&quot; или &quot;Предыдущий&quot; 16">
            <a:hlinkClick r:id="" action="ppaction://hlinkshowjump?jump=previousslide" highlightClick="1"/>
            <a:extLst>
              <a:ext uri="{FF2B5EF4-FFF2-40B4-BE49-F238E27FC236}">
                <a16:creationId xmlns:a16="http://schemas.microsoft.com/office/drawing/2014/main" id="{BB2D735F-22DE-9130-10A8-060514D5DCDB}"/>
              </a:ext>
            </a:extLst>
          </p:cNvPr>
          <p:cNvSpPr/>
          <p:nvPr/>
        </p:nvSpPr>
        <p:spPr>
          <a:xfrm>
            <a:off x="10456071" y="6174710"/>
            <a:ext cx="593402" cy="610798"/>
          </a:xfrm>
          <a:prstGeom prst="actionButtonBackPrevious">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8" name="Управляющая кнопка: &quot;На главную&quot; 17">
            <a:hlinkClick r:id="rId4" action="ppaction://hlinksldjump" highlightClick="1"/>
            <a:extLst>
              <a:ext uri="{FF2B5EF4-FFF2-40B4-BE49-F238E27FC236}">
                <a16:creationId xmlns:a16="http://schemas.microsoft.com/office/drawing/2014/main" id="{20178C74-E02A-5E55-84E5-148FC18C22EB}"/>
              </a:ext>
            </a:extLst>
          </p:cNvPr>
          <p:cNvSpPr/>
          <p:nvPr/>
        </p:nvSpPr>
        <p:spPr>
          <a:xfrm>
            <a:off x="11149781" y="6174710"/>
            <a:ext cx="593402" cy="610798"/>
          </a:xfrm>
          <a:prstGeom prst="actionButtonHome">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9" name="Управляющая кнопка: &quot;Вперед&quot; или &quot;Следующий&quot; 18">
            <a:hlinkClick r:id="" action="ppaction://hlinkshowjump?jump=nextslide" highlightClick="1"/>
            <a:extLst>
              <a:ext uri="{FF2B5EF4-FFF2-40B4-BE49-F238E27FC236}">
                <a16:creationId xmlns:a16="http://schemas.microsoft.com/office/drawing/2014/main" id="{1A461066-C95F-0BF5-F4B3-FCBD27034880}"/>
              </a:ext>
            </a:extLst>
          </p:cNvPr>
          <p:cNvSpPr/>
          <p:nvPr/>
        </p:nvSpPr>
        <p:spPr>
          <a:xfrm>
            <a:off x="11843491" y="6174710"/>
            <a:ext cx="593402" cy="610798"/>
          </a:xfrm>
          <a:prstGeom prst="actionButtonForwardNext">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116173583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2DA3B-0C2D-155F-6FBB-09F6E91307F9}"/>
            </a:ext>
          </a:extLst>
        </p:cNvPr>
        <p:cNvGrpSpPr/>
        <p:nvPr/>
      </p:nvGrpSpPr>
      <p:grpSpPr>
        <a:xfrm>
          <a:off x="0" y="0"/>
          <a:ext cx="0" cy="0"/>
          <a:chOff x="0" y="0"/>
          <a:chExt cx="0" cy="0"/>
        </a:xfrm>
      </p:grpSpPr>
      <p:sp>
        <p:nvSpPr>
          <p:cNvPr id="10" name="Прямоугольник 9">
            <a:extLst>
              <a:ext uri="{FF2B5EF4-FFF2-40B4-BE49-F238E27FC236}">
                <a16:creationId xmlns:a16="http://schemas.microsoft.com/office/drawing/2014/main" id="{C0C447F6-772F-93D8-A435-71A7643FFFCB}"/>
              </a:ext>
            </a:extLst>
          </p:cNvPr>
          <p:cNvSpPr/>
          <p:nvPr/>
        </p:nvSpPr>
        <p:spPr>
          <a:xfrm>
            <a:off x="640790" y="1250984"/>
            <a:ext cx="5422563" cy="2543710"/>
          </a:xfrm>
          <a:prstGeom prst="rect">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2" name="Прямоугольник 1">
            <a:extLst>
              <a:ext uri="{FF2B5EF4-FFF2-40B4-BE49-F238E27FC236}">
                <a16:creationId xmlns:a16="http://schemas.microsoft.com/office/drawing/2014/main" id="{D4457AAC-6B69-5A3F-45A3-C6F67B0F1C22}"/>
              </a:ext>
            </a:extLst>
          </p:cNvPr>
          <p:cNvSpPr/>
          <p:nvPr/>
        </p:nvSpPr>
        <p:spPr>
          <a:xfrm>
            <a:off x="517107" y="6408741"/>
            <a:ext cx="593402" cy="288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Текст. поле 2">
            <a:extLst>
              <a:ext uri="{FF2B5EF4-FFF2-40B4-BE49-F238E27FC236}">
                <a16:creationId xmlns:a16="http://schemas.microsoft.com/office/drawing/2014/main" id="{4177A46B-905D-561A-AB6E-B3F47338B1E6}"/>
              </a:ext>
            </a:extLst>
          </p:cNvPr>
          <p:cNvSpPr txBox="1"/>
          <p:nvPr/>
        </p:nvSpPr>
        <p:spPr>
          <a:xfrm>
            <a:off x="890103" y="152589"/>
            <a:ext cx="9654434" cy="584775"/>
          </a:xfrm>
          <a:prstGeom prst="rect">
            <a:avLst/>
          </a:prstGeom>
          <a:noFill/>
        </p:spPr>
        <p:txBody>
          <a:bodyPr wrap="square" rtlCol="0">
            <a:spAutoFit/>
          </a:bodyPr>
          <a:lstStyle/>
          <a:p>
            <a:r>
              <a:rPr lang="ru-RU" sz="3200" b="1" dirty="0">
                <a:solidFill>
                  <a:srgbClr val="A30236"/>
                </a:solidFill>
                <a:latin typeface="Arial Black" panose="020B0A04020102020204" pitchFamily="34" charset="0"/>
              </a:rPr>
              <a:t>РЕКВИЗИТНЫЙ АНАЛИЗ ДОКУМЕНТА</a:t>
            </a:r>
          </a:p>
        </p:txBody>
      </p:sp>
      <p:sp>
        <p:nvSpPr>
          <p:cNvPr id="4" name="Текст. поле 2">
            <a:extLst>
              <a:ext uri="{FF2B5EF4-FFF2-40B4-BE49-F238E27FC236}">
                <a16:creationId xmlns:a16="http://schemas.microsoft.com/office/drawing/2014/main" id="{C5D2A536-DD02-9A8A-9564-68638AA8C9B6}"/>
              </a:ext>
            </a:extLst>
          </p:cNvPr>
          <p:cNvSpPr txBox="1"/>
          <p:nvPr/>
        </p:nvSpPr>
        <p:spPr>
          <a:xfrm>
            <a:off x="226142" y="220690"/>
            <a:ext cx="501445" cy="461665"/>
          </a:xfrm>
          <a:prstGeom prst="rect">
            <a:avLst/>
          </a:prstGeom>
          <a:noFill/>
        </p:spPr>
        <p:txBody>
          <a:bodyPr wrap="square" rtlCol="0">
            <a:spAutoFit/>
          </a:bodyPr>
          <a:lstStyle/>
          <a:p>
            <a:r>
              <a:rPr lang="ru-RU" sz="2400"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rPr>
              <a:t>6</a:t>
            </a:r>
            <a:endParaRPr lang="en-US"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endParaRPr>
          </a:p>
        </p:txBody>
      </p:sp>
      <p:sp>
        <p:nvSpPr>
          <p:cNvPr id="6" name="TextBox 5">
            <a:extLst>
              <a:ext uri="{FF2B5EF4-FFF2-40B4-BE49-F238E27FC236}">
                <a16:creationId xmlns:a16="http://schemas.microsoft.com/office/drawing/2014/main" id="{CF6C7EDA-DE21-1D08-5D51-C0332C913035}"/>
              </a:ext>
            </a:extLst>
          </p:cNvPr>
          <p:cNvSpPr txBox="1"/>
          <p:nvPr/>
        </p:nvSpPr>
        <p:spPr>
          <a:xfrm>
            <a:off x="226142" y="620799"/>
            <a:ext cx="10480440"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b="1" dirty="0"/>
              <a:t>Предметная часть (тип 2: переменные строки в таблице, каждая – показатель с экономическим смыслом)</a:t>
            </a:r>
          </a:p>
        </p:txBody>
      </p:sp>
      <p:sp>
        <p:nvSpPr>
          <p:cNvPr id="8" name="TextBox 7">
            <a:extLst>
              <a:ext uri="{FF2B5EF4-FFF2-40B4-BE49-F238E27FC236}">
                <a16:creationId xmlns:a16="http://schemas.microsoft.com/office/drawing/2014/main" id="{DA69A808-FF98-33A2-5555-5A48250242A2}"/>
              </a:ext>
            </a:extLst>
          </p:cNvPr>
          <p:cNvSpPr txBox="1"/>
          <p:nvPr/>
        </p:nvSpPr>
        <p:spPr>
          <a:xfrm>
            <a:off x="603830" y="1390240"/>
            <a:ext cx="5478398" cy="23083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ru-RU" dirty="0">
                <a:solidFill>
                  <a:schemeClr val="bg1"/>
                </a:solidFill>
                <a:effectLst>
                  <a:outerShdw blurRad="38100" dist="38100" dir="2700000" algn="tl">
                    <a:srgbClr val="000000">
                      <a:alpha val="43137"/>
                    </a:srgbClr>
                  </a:outerShdw>
                </a:effectLst>
              </a:rPr>
              <a:t>Таблица – это множество однородных записей, каждая из которых является показателем: совокупностью реквизитов-признаков и -оснований, описывающих передачу конкретной позиции товара. Показатель имеет экономический смысл (количественная и качественная характеристика отгруженного товара). Схема таблицы фиксирована.</a:t>
            </a:r>
          </a:p>
        </p:txBody>
      </p:sp>
      <p:sp>
        <p:nvSpPr>
          <p:cNvPr id="12" name="TextBox 11">
            <a:extLst>
              <a:ext uri="{FF2B5EF4-FFF2-40B4-BE49-F238E27FC236}">
                <a16:creationId xmlns:a16="http://schemas.microsoft.com/office/drawing/2014/main" id="{D4DA5417-1BCC-631D-B629-600D92B1D7D8}"/>
              </a:ext>
            </a:extLst>
          </p:cNvPr>
          <p:cNvSpPr txBox="1"/>
          <p:nvPr/>
        </p:nvSpPr>
        <p:spPr>
          <a:xfrm>
            <a:off x="6585994" y="943964"/>
            <a:ext cx="6368005" cy="55092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600" dirty="0"/>
              <a:t>Реквизит "№ п/п" (порядковый номер позиции) – признак, цифровой.</a:t>
            </a:r>
          </a:p>
          <a:p>
            <a:r>
              <a:rPr lang="ru-RU" sz="1600" dirty="0"/>
              <a:t>Реквизит "Наименование товара" (с характеристикой, сортом, артикулом) – признак, алфавитный.</a:t>
            </a:r>
          </a:p>
          <a:p>
            <a:r>
              <a:rPr lang="ru-RU" sz="1600" dirty="0"/>
              <a:t>Реквизит "Код товара" (по номенклатуре или ОКПД2) – признак, цифровой.</a:t>
            </a:r>
          </a:p>
          <a:p>
            <a:r>
              <a:rPr lang="ru-RU" sz="1600" dirty="0"/>
              <a:t>Реквизит "Единица измерения" (наименование и код по ОКЕИ) – признак, алфавитно-цифровой (СЕИ "Единица").</a:t>
            </a:r>
          </a:p>
          <a:p>
            <a:r>
              <a:rPr lang="ru-RU" sz="1600" dirty="0"/>
              <a:t>Реквизит "Вид упаковки" – признак, алфавитный.</a:t>
            </a:r>
          </a:p>
          <a:p>
            <a:r>
              <a:rPr lang="ru-RU" sz="1600" dirty="0"/>
              <a:t>Реквизит "Количество в одном месте" – основание, цифровой (количественный).</a:t>
            </a:r>
          </a:p>
          <a:p>
            <a:r>
              <a:rPr lang="ru-RU" sz="1600" dirty="0"/>
              <a:t>Реквизит "Количество мест, штук" – основание, цифровой.</a:t>
            </a:r>
          </a:p>
          <a:p>
            <a:r>
              <a:rPr lang="ru-RU" sz="1600" dirty="0"/>
              <a:t>Реквизит "Масса брутто" – основание, цифровой (в кг).</a:t>
            </a:r>
          </a:p>
          <a:p>
            <a:r>
              <a:rPr lang="ru-RU" sz="1600" dirty="0"/>
              <a:t>Реквизит "Масса нетто" – основание, цифровой (в кг).</a:t>
            </a:r>
          </a:p>
          <a:p>
            <a:r>
              <a:rPr lang="ru-RU" sz="1600" dirty="0"/>
              <a:t>Реквизит "Цена" (без НДС) – основание, цифровой (денежный).</a:t>
            </a:r>
          </a:p>
          <a:p>
            <a:r>
              <a:rPr lang="ru-RU" sz="1600" dirty="0"/>
              <a:t>Реквизит "Сумма без НДС" – основание, цифровой (денежный, вычисляемый: количество × цена).</a:t>
            </a:r>
          </a:p>
          <a:p>
            <a:r>
              <a:rPr lang="ru-RU" sz="1600" dirty="0"/>
              <a:t>Реквизит "Ставка НДС" – признак, цифровой (процент).</a:t>
            </a:r>
          </a:p>
          <a:p>
            <a:r>
              <a:rPr lang="ru-RU" sz="1600" dirty="0"/>
              <a:t>Реквизит "Сумма НДС" – основание, цифровой (денежный, вычисляемый).</a:t>
            </a:r>
          </a:p>
          <a:p>
            <a:r>
              <a:rPr lang="ru-RU" sz="1600" dirty="0"/>
              <a:t>Реквизит "Сумма с НДС" – основание, цифровой (денежный, вычисляемый).</a:t>
            </a:r>
          </a:p>
        </p:txBody>
      </p:sp>
      <p:pic>
        <p:nvPicPr>
          <p:cNvPr id="13" name="Рисунок 12">
            <a:extLst>
              <a:ext uri="{FF2B5EF4-FFF2-40B4-BE49-F238E27FC236}">
                <a16:creationId xmlns:a16="http://schemas.microsoft.com/office/drawing/2014/main" id="{85122392-BFD7-F8E8-1940-87960DC9EA4A}"/>
              </a:ext>
            </a:extLst>
          </p:cNvPr>
          <p:cNvPicPr>
            <a:picLocks noChangeAspect="1"/>
          </p:cNvPicPr>
          <p:nvPr/>
        </p:nvPicPr>
        <p:blipFill>
          <a:blip r:embed="rId3"/>
          <a:srcRect t="62162" b="4084"/>
          <a:stretch>
            <a:fillRect/>
          </a:stretch>
        </p:blipFill>
        <p:spPr>
          <a:xfrm>
            <a:off x="0" y="4180605"/>
            <a:ext cx="6686059" cy="1643361"/>
          </a:xfrm>
          <a:prstGeom prst="rect">
            <a:avLst/>
          </a:prstGeom>
        </p:spPr>
      </p:pic>
      <p:sp>
        <p:nvSpPr>
          <p:cNvPr id="14" name="Управляющая кнопка: &quot;Вперед&quot; или &quot;Следующий&quot; 13">
            <a:hlinkClick r:id="" action="ppaction://hlinkshowjump?jump=nextslide" highlightClick="1"/>
            <a:extLst>
              <a:ext uri="{FF2B5EF4-FFF2-40B4-BE49-F238E27FC236}">
                <a16:creationId xmlns:a16="http://schemas.microsoft.com/office/drawing/2014/main" id="{3AC7A8E5-2A7E-45DA-DA97-4BBA7781DAB8}"/>
              </a:ext>
            </a:extLst>
          </p:cNvPr>
          <p:cNvSpPr/>
          <p:nvPr/>
        </p:nvSpPr>
        <p:spPr>
          <a:xfrm>
            <a:off x="11843491" y="6174710"/>
            <a:ext cx="593402" cy="610798"/>
          </a:xfrm>
          <a:prstGeom prst="actionButtonForwardNext">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5" name="Управляющая кнопка: &quot;На главную&quot; 14">
            <a:hlinkClick r:id="rId4" action="ppaction://hlinksldjump" highlightClick="1"/>
            <a:extLst>
              <a:ext uri="{FF2B5EF4-FFF2-40B4-BE49-F238E27FC236}">
                <a16:creationId xmlns:a16="http://schemas.microsoft.com/office/drawing/2014/main" id="{8B26F1FC-24C9-17B9-E7FC-0DA57C0F4E86}"/>
              </a:ext>
            </a:extLst>
          </p:cNvPr>
          <p:cNvSpPr/>
          <p:nvPr/>
        </p:nvSpPr>
        <p:spPr>
          <a:xfrm>
            <a:off x="11130117" y="6174710"/>
            <a:ext cx="593402" cy="610798"/>
          </a:xfrm>
          <a:prstGeom prst="actionButtonHome">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6" name="Управляющая кнопка: &quot;Назад&quot; или &quot;Предыдущий&quot; 15">
            <a:hlinkClick r:id="" action="ppaction://hlinkshowjump?jump=previousslide" highlightClick="1"/>
            <a:extLst>
              <a:ext uri="{FF2B5EF4-FFF2-40B4-BE49-F238E27FC236}">
                <a16:creationId xmlns:a16="http://schemas.microsoft.com/office/drawing/2014/main" id="{83DFCF2D-6025-4113-C248-70FE9CA5E0D9}"/>
              </a:ext>
            </a:extLst>
          </p:cNvPr>
          <p:cNvSpPr/>
          <p:nvPr/>
        </p:nvSpPr>
        <p:spPr>
          <a:xfrm>
            <a:off x="10456071" y="6174710"/>
            <a:ext cx="593402" cy="610798"/>
          </a:xfrm>
          <a:prstGeom prst="actionButtonBackPrevious">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108085782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FDFEF-7186-C944-9C1A-0B5864802858}"/>
            </a:ext>
          </a:extLst>
        </p:cNvPr>
        <p:cNvGrpSpPr/>
        <p:nvPr/>
      </p:nvGrpSpPr>
      <p:grpSpPr>
        <a:xfrm>
          <a:off x="0" y="0"/>
          <a:ext cx="0" cy="0"/>
          <a:chOff x="0" y="0"/>
          <a:chExt cx="0" cy="0"/>
        </a:xfrm>
      </p:grpSpPr>
      <p:sp>
        <p:nvSpPr>
          <p:cNvPr id="10" name="Прямоугольник 9">
            <a:extLst>
              <a:ext uri="{FF2B5EF4-FFF2-40B4-BE49-F238E27FC236}">
                <a16:creationId xmlns:a16="http://schemas.microsoft.com/office/drawing/2014/main" id="{06E37D6F-C9C8-DBFD-E13F-DE29A5A60E41}"/>
              </a:ext>
            </a:extLst>
          </p:cNvPr>
          <p:cNvSpPr/>
          <p:nvPr/>
        </p:nvSpPr>
        <p:spPr>
          <a:xfrm>
            <a:off x="200887" y="1267130"/>
            <a:ext cx="5922121" cy="2303521"/>
          </a:xfrm>
          <a:prstGeom prst="rect">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2" name="Прямоугольник 1">
            <a:extLst>
              <a:ext uri="{FF2B5EF4-FFF2-40B4-BE49-F238E27FC236}">
                <a16:creationId xmlns:a16="http://schemas.microsoft.com/office/drawing/2014/main" id="{BD7869D1-9402-968D-3618-8D0B638DCEE8}"/>
              </a:ext>
            </a:extLst>
          </p:cNvPr>
          <p:cNvSpPr/>
          <p:nvPr/>
        </p:nvSpPr>
        <p:spPr>
          <a:xfrm>
            <a:off x="517107" y="6408741"/>
            <a:ext cx="593402" cy="288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Текст. поле 2">
            <a:extLst>
              <a:ext uri="{FF2B5EF4-FFF2-40B4-BE49-F238E27FC236}">
                <a16:creationId xmlns:a16="http://schemas.microsoft.com/office/drawing/2014/main" id="{19CB9402-594C-7B8C-6076-3F2CE173B0CE}"/>
              </a:ext>
            </a:extLst>
          </p:cNvPr>
          <p:cNvSpPr txBox="1"/>
          <p:nvPr/>
        </p:nvSpPr>
        <p:spPr>
          <a:xfrm>
            <a:off x="890103" y="152589"/>
            <a:ext cx="9654434" cy="584775"/>
          </a:xfrm>
          <a:prstGeom prst="rect">
            <a:avLst/>
          </a:prstGeom>
          <a:noFill/>
        </p:spPr>
        <p:txBody>
          <a:bodyPr wrap="square" rtlCol="0">
            <a:spAutoFit/>
          </a:bodyPr>
          <a:lstStyle/>
          <a:p>
            <a:r>
              <a:rPr lang="ru-RU" sz="3200" b="1" dirty="0">
                <a:solidFill>
                  <a:srgbClr val="A30236"/>
                </a:solidFill>
                <a:latin typeface="Arial Black" panose="020B0A04020102020204" pitchFamily="34" charset="0"/>
              </a:rPr>
              <a:t>РЕКВИЗИТНЫЙ АНАЛИЗ ДОКУМЕНТА</a:t>
            </a:r>
          </a:p>
        </p:txBody>
      </p:sp>
      <p:sp>
        <p:nvSpPr>
          <p:cNvPr id="4" name="Текст. поле 2">
            <a:extLst>
              <a:ext uri="{FF2B5EF4-FFF2-40B4-BE49-F238E27FC236}">
                <a16:creationId xmlns:a16="http://schemas.microsoft.com/office/drawing/2014/main" id="{8B935826-41B8-3952-4FBB-1DD9728B6A9D}"/>
              </a:ext>
            </a:extLst>
          </p:cNvPr>
          <p:cNvSpPr txBox="1"/>
          <p:nvPr/>
        </p:nvSpPr>
        <p:spPr>
          <a:xfrm>
            <a:off x="226142" y="220690"/>
            <a:ext cx="501445" cy="461665"/>
          </a:xfrm>
          <a:prstGeom prst="rect">
            <a:avLst/>
          </a:prstGeom>
          <a:noFill/>
        </p:spPr>
        <p:txBody>
          <a:bodyPr wrap="square" rtlCol="0">
            <a:spAutoFit/>
          </a:bodyPr>
          <a:lstStyle/>
          <a:p>
            <a:r>
              <a:rPr lang="ru-RU" sz="2400"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rPr>
              <a:t>7</a:t>
            </a:r>
            <a:endParaRPr lang="en-US"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endParaRPr>
          </a:p>
        </p:txBody>
      </p:sp>
      <p:pic>
        <p:nvPicPr>
          <p:cNvPr id="5" name="Рисунок 4">
            <a:extLst>
              <a:ext uri="{FF2B5EF4-FFF2-40B4-BE49-F238E27FC236}">
                <a16:creationId xmlns:a16="http://schemas.microsoft.com/office/drawing/2014/main" id="{B58B7C17-30D2-3811-0D84-94392B9BE8D7}"/>
              </a:ext>
            </a:extLst>
          </p:cNvPr>
          <p:cNvPicPr>
            <a:picLocks noChangeAspect="1"/>
          </p:cNvPicPr>
          <p:nvPr/>
        </p:nvPicPr>
        <p:blipFill>
          <a:blip r:embed="rId3"/>
          <a:srcRect l="49642" t="35236" r="3048" b="39354"/>
          <a:stretch>
            <a:fillRect/>
          </a:stretch>
        </p:blipFill>
        <p:spPr>
          <a:xfrm>
            <a:off x="6594676" y="2144445"/>
            <a:ext cx="6359324" cy="2543710"/>
          </a:xfrm>
          <a:prstGeom prst="rect">
            <a:avLst/>
          </a:prstGeom>
        </p:spPr>
      </p:pic>
      <p:sp>
        <p:nvSpPr>
          <p:cNvPr id="7" name="Стрелка: вправо 6">
            <a:extLst>
              <a:ext uri="{FF2B5EF4-FFF2-40B4-BE49-F238E27FC236}">
                <a16:creationId xmlns:a16="http://schemas.microsoft.com/office/drawing/2014/main" id="{862ACC4D-D17E-CD89-6185-CB8CC9B31A88}"/>
              </a:ext>
            </a:extLst>
          </p:cNvPr>
          <p:cNvSpPr/>
          <p:nvPr/>
        </p:nvSpPr>
        <p:spPr>
          <a:xfrm>
            <a:off x="5995686" y="4386804"/>
            <a:ext cx="575841" cy="254643"/>
          </a:xfrm>
          <a:prstGeom prst="rightArrow">
            <a:avLst/>
          </a:prstGeom>
          <a:solidFill>
            <a:srgbClr val="A30236"/>
          </a:solidFill>
          <a:ln w="12700" cap="flat">
            <a:solidFill>
              <a:schemeClr val="accent1"/>
            </a:solidFill>
            <a:prstDash val="solid"/>
            <a:miter lim="8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1" name="TextBox 10">
            <a:extLst>
              <a:ext uri="{FF2B5EF4-FFF2-40B4-BE49-F238E27FC236}">
                <a16:creationId xmlns:a16="http://schemas.microsoft.com/office/drawing/2014/main" id="{1F592FBD-CCE9-FF45-398E-0AE3169A614C}"/>
              </a:ext>
            </a:extLst>
          </p:cNvPr>
          <p:cNvSpPr txBox="1"/>
          <p:nvPr/>
        </p:nvSpPr>
        <p:spPr>
          <a:xfrm>
            <a:off x="200887" y="1267130"/>
            <a:ext cx="5922121" cy="23083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dirty="0">
                <a:solidFill>
                  <a:schemeClr val="bg1"/>
                </a:solidFill>
                <a:effectLst>
                  <a:outerShdw blurRad="38100" dist="38100" dir="2700000" algn="tl">
                    <a:srgbClr val="000000">
                      <a:alpha val="43137"/>
                    </a:srgbClr>
                  </a:outerShdw>
                </a:effectLst>
              </a:rPr>
              <a:t>Каждая строка – "Позиция товара" (показатель), где реквизит-основание связано с признаками. Итоговые реквизиты (тип 1, в подножии таблицы):</a:t>
            </a:r>
          </a:p>
          <a:p>
            <a:endParaRPr lang="ru-RU" dirty="0">
              <a:solidFill>
                <a:schemeClr val="bg1"/>
              </a:solidFill>
              <a:effectLst>
                <a:outerShdw blurRad="38100" dist="38100" dir="2700000" algn="tl">
                  <a:srgbClr val="000000">
                    <a:alpha val="43137"/>
                  </a:srgbClr>
                </a:outerShdw>
              </a:effectLst>
            </a:endParaRPr>
          </a:p>
          <a:p>
            <a:r>
              <a:rPr lang="ru-RU" dirty="0">
                <a:solidFill>
                  <a:schemeClr val="bg1"/>
                </a:solidFill>
                <a:effectLst>
                  <a:outerShdw blurRad="38100" dist="38100" dir="2700000" algn="tl">
                    <a:srgbClr val="000000">
                      <a:alpha val="43137"/>
                    </a:srgbClr>
                  </a:outerShdw>
                </a:effectLst>
              </a:rPr>
              <a:t>Эти итоги – производные показатели, строятся на основе первичных. Для нормализации итоги не вносятся в строки, но файл может иметь отдельную запись для итогов или вычисляться динамически.</a:t>
            </a:r>
          </a:p>
        </p:txBody>
      </p:sp>
      <p:sp>
        <p:nvSpPr>
          <p:cNvPr id="16" name="TextBox 15">
            <a:extLst>
              <a:ext uri="{FF2B5EF4-FFF2-40B4-BE49-F238E27FC236}">
                <a16:creationId xmlns:a16="http://schemas.microsoft.com/office/drawing/2014/main" id="{25431E78-0682-885B-D5A9-5AAC1A0CCFFA}"/>
              </a:ext>
            </a:extLst>
          </p:cNvPr>
          <p:cNvSpPr txBox="1"/>
          <p:nvPr/>
        </p:nvSpPr>
        <p:spPr>
          <a:xfrm>
            <a:off x="226142" y="620799"/>
            <a:ext cx="10480440"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b="1" dirty="0"/>
              <a:t>Предметная часть (тип 2: переменные строки в таблице, каждая – показатель с экономическим смыслом)</a:t>
            </a:r>
          </a:p>
        </p:txBody>
      </p:sp>
      <p:sp>
        <p:nvSpPr>
          <p:cNvPr id="18" name="TextBox 17">
            <a:extLst>
              <a:ext uri="{FF2B5EF4-FFF2-40B4-BE49-F238E27FC236}">
                <a16:creationId xmlns:a16="http://schemas.microsoft.com/office/drawing/2014/main" id="{A5EF9A91-32B4-4335-4FB0-7ABF29AA54D1}"/>
              </a:ext>
            </a:extLst>
          </p:cNvPr>
          <p:cNvSpPr txBox="1"/>
          <p:nvPr/>
        </p:nvSpPr>
        <p:spPr>
          <a:xfrm>
            <a:off x="226142" y="3818615"/>
            <a:ext cx="5807597" cy="25853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ru-RU" dirty="0"/>
              <a:t>"Всего по накладной" (суммы без НДС, НДС, с НДС; количество мест, масса) – основания, вычисляемые как сумма по столбцам.</a:t>
            </a:r>
          </a:p>
          <a:p>
            <a:pPr algn="just"/>
            <a:r>
              <a:rPr lang="ru-RU" dirty="0"/>
              <a:t>"Количество наименований" – основание.</a:t>
            </a:r>
          </a:p>
          <a:p>
            <a:pPr algn="just"/>
            <a:r>
              <a:rPr lang="ru-RU" dirty="0"/>
              <a:t>"Всего мест" – основание.</a:t>
            </a:r>
          </a:p>
          <a:p>
            <a:pPr algn="just"/>
            <a:r>
              <a:rPr lang="ru-RU" dirty="0"/>
              <a:t>"Масса груза нетто/брутто" – основания.</a:t>
            </a:r>
          </a:p>
          <a:p>
            <a:pPr algn="just"/>
            <a:r>
              <a:rPr lang="ru-RU" dirty="0"/>
              <a:t>"Сумма без НДС всего" – основание.</a:t>
            </a:r>
          </a:p>
          <a:p>
            <a:pPr algn="just"/>
            <a:r>
              <a:rPr lang="ru-RU" dirty="0"/>
              <a:t>"Сумма НДС всего" – основание.</a:t>
            </a:r>
          </a:p>
          <a:p>
            <a:pPr algn="just"/>
            <a:r>
              <a:rPr lang="ru-RU" dirty="0"/>
              <a:t>"Сумма с НДС всего" – основание.</a:t>
            </a:r>
          </a:p>
        </p:txBody>
      </p:sp>
      <p:sp>
        <p:nvSpPr>
          <p:cNvPr id="19" name="Управляющая кнопка: &quot;Вперед&quot; или &quot;Следующий&quot; 18">
            <a:hlinkClick r:id="" action="ppaction://hlinkshowjump?jump=nextslide" highlightClick="1"/>
            <a:extLst>
              <a:ext uri="{FF2B5EF4-FFF2-40B4-BE49-F238E27FC236}">
                <a16:creationId xmlns:a16="http://schemas.microsoft.com/office/drawing/2014/main" id="{F6BB02F0-54AC-D13D-5DC6-A03BE9E2A0E0}"/>
              </a:ext>
            </a:extLst>
          </p:cNvPr>
          <p:cNvSpPr/>
          <p:nvPr/>
        </p:nvSpPr>
        <p:spPr>
          <a:xfrm>
            <a:off x="11843491" y="6174710"/>
            <a:ext cx="593402" cy="610798"/>
          </a:xfrm>
          <a:prstGeom prst="actionButtonForwardNext">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20" name="Управляющая кнопка: &quot;На главную&quot; 19">
            <a:hlinkClick r:id="rId4" action="ppaction://hlinksldjump" highlightClick="1"/>
            <a:extLst>
              <a:ext uri="{FF2B5EF4-FFF2-40B4-BE49-F238E27FC236}">
                <a16:creationId xmlns:a16="http://schemas.microsoft.com/office/drawing/2014/main" id="{4922AA76-DCA5-02D5-D994-9C7862F97B90}"/>
              </a:ext>
            </a:extLst>
          </p:cNvPr>
          <p:cNvSpPr/>
          <p:nvPr/>
        </p:nvSpPr>
        <p:spPr>
          <a:xfrm>
            <a:off x="11130117" y="6174710"/>
            <a:ext cx="593402" cy="610798"/>
          </a:xfrm>
          <a:prstGeom prst="actionButtonHome">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21" name="Управляющая кнопка: &quot;Назад&quot; или &quot;Предыдущий&quot; 20">
            <a:hlinkClick r:id="" action="ppaction://hlinkshowjump?jump=previousslide" highlightClick="1"/>
            <a:extLst>
              <a:ext uri="{FF2B5EF4-FFF2-40B4-BE49-F238E27FC236}">
                <a16:creationId xmlns:a16="http://schemas.microsoft.com/office/drawing/2014/main" id="{3C772943-06DD-5055-E435-BB0AECE8AD37}"/>
              </a:ext>
            </a:extLst>
          </p:cNvPr>
          <p:cNvSpPr/>
          <p:nvPr/>
        </p:nvSpPr>
        <p:spPr>
          <a:xfrm>
            <a:off x="10456071" y="6174710"/>
            <a:ext cx="593402" cy="610798"/>
          </a:xfrm>
          <a:prstGeom prst="actionButtonBackPrevious">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138727555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C9F92-88F4-5C55-BF01-87CE94927ADA}"/>
            </a:ext>
          </a:extLst>
        </p:cNvPr>
        <p:cNvGrpSpPr/>
        <p:nvPr/>
      </p:nvGrpSpPr>
      <p:grpSpPr>
        <a:xfrm>
          <a:off x="0" y="0"/>
          <a:ext cx="0" cy="0"/>
          <a:chOff x="0" y="0"/>
          <a:chExt cx="0" cy="0"/>
        </a:xfrm>
      </p:grpSpPr>
      <p:sp>
        <p:nvSpPr>
          <p:cNvPr id="10" name="Прямоугольник 9">
            <a:extLst>
              <a:ext uri="{FF2B5EF4-FFF2-40B4-BE49-F238E27FC236}">
                <a16:creationId xmlns:a16="http://schemas.microsoft.com/office/drawing/2014/main" id="{2ACFC6D5-594B-97BD-F95D-26D90DDAF2C2}"/>
              </a:ext>
            </a:extLst>
          </p:cNvPr>
          <p:cNvSpPr/>
          <p:nvPr/>
        </p:nvSpPr>
        <p:spPr>
          <a:xfrm>
            <a:off x="7654984" y="1137473"/>
            <a:ext cx="4926698" cy="1452921"/>
          </a:xfrm>
          <a:prstGeom prst="rect">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2" name="Прямоугольник 1">
            <a:extLst>
              <a:ext uri="{FF2B5EF4-FFF2-40B4-BE49-F238E27FC236}">
                <a16:creationId xmlns:a16="http://schemas.microsoft.com/office/drawing/2014/main" id="{6BD37488-3531-A186-F86E-8A33630620DD}"/>
              </a:ext>
            </a:extLst>
          </p:cNvPr>
          <p:cNvSpPr/>
          <p:nvPr/>
        </p:nvSpPr>
        <p:spPr>
          <a:xfrm>
            <a:off x="517107" y="6408741"/>
            <a:ext cx="593402" cy="288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Текст. поле 2">
            <a:extLst>
              <a:ext uri="{FF2B5EF4-FFF2-40B4-BE49-F238E27FC236}">
                <a16:creationId xmlns:a16="http://schemas.microsoft.com/office/drawing/2014/main" id="{0078590D-7E7E-CAB8-39D5-556DCE251A6A}"/>
              </a:ext>
            </a:extLst>
          </p:cNvPr>
          <p:cNvSpPr txBox="1"/>
          <p:nvPr/>
        </p:nvSpPr>
        <p:spPr>
          <a:xfrm>
            <a:off x="890103" y="152589"/>
            <a:ext cx="9654434" cy="584775"/>
          </a:xfrm>
          <a:prstGeom prst="rect">
            <a:avLst/>
          </a:prstGeom>
          <a:noFill/>
        </p:spPr>
        <p:txBody>
          <a:bodyPr wrap="square" rtlCol="0">
            <a:spAutoFit/>
          </a:bodyPr>
          <a:lstStyle/>
          <a:p>
            <a:r>
              <a:rPr lang="ru-RU" sz="3200" b="1" dirty="0">
                <a:solidFill>
                  <a:srgbClr val="A30236"/>
                </a:solidFill>
                <a:latin typeface="Arial Black" panose="020B0A04020102020204" pitchFamily="34" charset="0"/>
              </a:rPr>
              <a:t>РЕКВИЗИТНЫЙ АНАЛИЗ ДОКУМЕНТА</a:t>
            </a:r>
          </a:p>
        </p:txBody>
      </p:sp>
      <p:sp>
        <p:nvSpPr>
          <p:cNvPr id="4" name="Текст. поле 2">
            <a:extLst>
              <a:ext uri="{FF2B5EF4-FFF2-40B4-BE49-F238E27FC236}">
                <a16:creationId xmlns:a16="http://schemas.microsoft.com/office/drawing/2014/main" id="{C1CED1BE-BDF1-D719-45D2-F5E26DD7D6A9}"/>
              </a:ext>
            </a:extLst>
          </p:cNvPr>
          <p:cNvSpPr txBox="1"/>
          <p:nvPr/>
        </p:nvSpPr>
        <p:spPr>
          <a:xfrm>
            <a:off x="226142" y="220690"/>
            <a:ext cx="501445" cy="461665"/>
          </a:xfrm>
          <a:prstGeom prst="rect">
            <a:avLst/>
          </a:prstGeom>
          <a:noFill/>
        </p:spPr>
        <p:txBody>
          <a:bodyPr wrap="square" rtlCol="0">
            <a:spAutoFit/>
          </a:bodyPr>
          <a:lstStyle/>
          <a:p>
            <a:r>
              <a:rPr lang="ru-RU" sz="2400"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rPr>
              <a:t>8</a:t>
            </a:r>
            <a:endParaRPr lang="en-US"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endParaRPr>
          </a:p>
        </p:txBody>
      </p:sp>
      <p:sp>
        <p:nvSpPr>
          <p:cNvPr id="16" name="TextBox 15">
            <a:extLst>
              <a:ext uri="{FF2B5EF4-FFF2-40B4-BE49-F238E27FC236}">
                <a16:creationId xmlns:a16="http://schemas.microsoft.com/office/drawing/2014/main" id="{70C8C584-8B8A-5D1B-71EF-6DEB2EF71E3A}"/>
              </a:ext>
            </a:extLst>
          </p:cNvPr>
          <p:cNvSpPr txBox="1"/>
          <p:nvPr/>
        </p:nvSpPr>
        <p:spPr>
          <a:xfrm>
            <a:off x="226142" y="620799"/>
            <a:ext cx="10480440"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b="1" dirty="0">
                <a:solidFill>
                  <a:schemeClr val="tx1"/>
                </a:solidFill>
              </a:rPr>
              <a:t>Оформительская часть (тип 3: атрибуты юридической силы, не для машинной обработки)</a:t>
            </a:r>
          </a:p>
        </p:txBody>
      </p:sp>
      <p:sp>
        <p:nvSpPr>
          <p:cNvPr id="8" name="TextBox 7">
            <a:extLst>
              <a:ext uri="{FF2B5EF4-FFF2-40B4-BE49-F238E27FC236}">
                <a16:creationId xmlns:a16="http://schemas.microsoft.com/office/drawing/2014/main" id="{EDD5FFF8-23A6-138A-9411-D6CABA60FD76}"/>
              </a:ext>
            </a:extLst>
          </p:cNvPr>
          <p:cNvSpPr txBox="1"/>
          <p:nvPr/>
        </p:nvSpPr>
        <p:spPr>
          <a:xfrm>
            <a:off x="7654983" y="1171523"/>
            <a:ext cx="5621179" cy="132343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2000" dirty="0">
                <a:solidFill>
                  <a:schemeClr val="bg1"/>
                </a:solidFill>
                <a:effectLst>
                  <a:outerShdw blurRad="38100" dist="38100" dir="2700000" algn="tl">
                    <a:srgbClr val="000000">
                      <a:alpha val="43137"/>
                    </a:srgbClr>
                  </a:outerShdw>
                </a:effectLst>
              </a:rPr>
              <a:t>Не подлежат вводу в нормализованный файл (как подписи в экзаменационной ведомости), но могут фиксироваться в электронных системах как метаданные.</a:t>
            </a:r>
          </a:p>
        </p:txBody>
      </p:sp>
      <p:sp>
        <p:nvSpPr>
          <p:cNvPr id="12" name="TextBox 11">
            <a:extLst>
              <a:ext uri="{FF2B5EF4-FFF2-40B4-BE49-F238E27FC236}">
                <a16:creationId xmlns:a16="http://schemas.microsoft.com/office/drawing/2014/main" id="{94BD147A-1B65-2889-7F16-B3305FA6FA64}"/>
              </a:ext>
            </a:extLst>
          </p:cNvPr>
          <p:cNvSpPr txBox="1"/>
          <p:nvPr/>
        </p:nvSpPr>
        <p:spPr>
          <a:xfrm>
            <a:off x="6767334" y="3352753"/>
            <a:ext cx="5814348" cy="23083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dirty="0"/>
              <a:t>Реквизит "Отпуск груза разрешил" (должность, ФИО, подпись) – признак, не хранится в файле.</a:t>
            </a:r>
          </a:p>
          <a:p>
            <a:r>
              <a:rPr lang="ru-RU" dirty="0"/>
              <a:t>Реквизит "Отпуск груза произвел" (должность, ФИО, подпись, печать) – признак.</a:t>
            </a:r>
          </a:p>
          <a:p>
            <a:r>
              <a:rPr lang="ru-RU" dirty="0"/>
              <a:t>Реквизит "Груз принял" (должность, ФИО, подпись) – признак.</a:t>
            </a:r>
          </a:p>
          <a:p>
            <a:r>
              <a:rPr lang="ru-RU" dirty="0"/>
              <a:t>Реквизит "Груз получил" (должность, ФИО, подпись, печать, доверенность) – признак.</a:t>
            </a:r>
          </a:p>
        </p:txBody>
      </p:sp>
      <p:pic>
        <p:nvPicPr>
          <p:cNvPr id="13" name="Рисунок 12">
            <a:extLst>
              <a:ext uri="{FF2B5EF4-FFF2-40B4-BE49-F238E27FC236}">
                <a16:creationId xmlns:a16="http://schemas.microsoft.com/office/drawing/2014/main" id="{6EAFD11B-5010-5D50-18B4-846BCFDC796A}"/>
              </a:ext>
            </a:extLst>
          </p:cNvPr>
          <p:cNvPicPr>
            <a:picLocks noChangeAspect="1"/>
          </p:cNvPicPr>
          <p:nvPr/>
        </p:nvPicPr>
        <p:blipFill>
          <a:blip r:embed="rId3"/>
          <a:srcRect l="2074" t="73340" r="50958"/>
          <a:stretch>
            <a:fillRect/>
          </a:stretch>
        </p:blipFill>
        <p:spPr>
          <a:xfrm>
            <a:off x="37044" y="1909892"/>
            <a:ext cx="6494148" cy="1970362"/>
          </a:xfrm>
          <a:prstGeom prst="rect">
            <a:avLst/>
          </a:prstGeom>
        </p:spPr>
      </p:pic>
      <p:pic>
        <p:nvPicPr>
          <p:cNvPr id="14" name="Рисунок 13">
            <a:extLst>
              <a:ext uri="{FF2B5EF4-FFF2-40B4-BE49-F238E27FC236}">
                <a16:creationId xmlns:a16="http://schemas.microsoft.com/office/drawing/2014/main" id="{1BB03134-EAEC-EB07-245B-25985544D8C2}"/>
              </a:ext>
            </a:extLst>
          </p:cNvPr>
          <p:cNvPicPr>
            <a:picLocks noChangeAspect="1"/>
          </p:cNvPicPr>
          <p:nvPr/>
        </p:nvPicPr>
        <p:blipFill>
          <a:blip r:embed="rId3"/>
          <a:srcRect l="49945" t="73340" r="3087"/>
          <a:stretch>
            <a:fillRect/>
          </a:stretch>
        </p:blipFill>
        <p:spPr>
          <a:xfrm>
            <a:off x="37044" y="3937527"/>
            <a:ext cx="6494148" cy="1970362"/>
          </a:xfrm>
          <a:prstGeom prst="rect">
            <a:avLst/>
          </a:prstGeom>
        </p:spPr>
      </p:pic>
      <p:sp>
        <p:nvSpPr>
          <p:cNvPr id="15" name="Управляющая кнопка: &quot;Вперед&quot; или &quot;Следующий&quot; 14">
            <a:hlinkClick r:id="" action="ppaction://hlinkshowjump?jump=nextslide" highlightClick="1"/>
            <a:extLst>
              <a:ext uri="{FF2B5EF4-FFF2-40B4-BE49-F238E27FC236}">
                <a16:creationId xmlns:a16="http://schemas.microsoft.com/office/drawing/2014/main" id="{CB28667C-F0DE-8C82-291F-DD8FA4ECC5CD}"/>
              </a:ext>
            </a:extLst>
          </p:cNvPr>
          <p:cNvSpPr/>
          <p:nvPr/>
        </p:nvSpPr>
        <p:spPr>
          <a:xfrm>
            <a:off x="11843491" y="6174710"/>
            <a:ext cx="593402" cy="610798"/>
          </a:xfrm>
          <a:prstGeom prst="actionButtonForwardNext">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7" name="Управляющая кнопка: &quot;На главную&quot; 16">
            <a:hlinkClick r:id="rId4" action="ppaction://hlinksldjump" highlightClick="1"/>
            <a:extLst>
              <a:ext uri="{FF2B5EF4-FFF2-40B4-BE49-F238E27FC236}">
                <a16:creationId xmlns:a16="http://schemas.microsoft.com/office/drawing/2014/main" id="{26634ACC-72CC-71E7-D51E-76E2ABAFACF8}"/>
              </a:ext>
            </a:extLst>
          </p:cNvPr>
          <p:cNvSpPr/>
          <p:nvPr/>
        </p:nvSpPr>
        <p:spPr>
          <a:xfrm>
            <a:off x="11130117" y="6174710"/>
            <a:ext cx="593402" cy="610798"/>
          </a:xfrm>
          <a:prstGeom prst="actionButtonHome">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9" name="Управляющая кнопка: &quot;Назад&quot; или &quot;Предыдущий&quot; 18">
            <a:hlinkClick r:id="" action="ppaction://hlinkshowjump?jump=previousslide" highlightClick="1"/>
            <a:extLst>
              <a:ext uri="{FF2B5EF4-FFF2-40B4-BE49-F238E27FC236}">
                <a16:creationId xmlns:a16="http://schemas.microsoft.com/office/drawing/2014/main" id="{E6C2B130-C839-2805-9AA5-4EE8F93D4CE0}"/>
              </a:ext>
            </a:extLst>
          </p:cNvPr>
          <p:cNvSpPr/>
          <p:nvPr/>
        </p:nvSpPr>
        <p:spPr>
          <a:xfrm>
            <a:off x="10456071" y="6174710"/>
            <a:ext cx="593402" cy="610798"/>
          </a:xfrm>
          <a:prstGeom prst="actionButtonBackPrevious">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172925083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5AD25-27F4-F849-B57E-80D0974219C1}"/>
            </a:ext>
          </a:extLst>
        </p:cNvPr>
        <p:cNvGrpSpPr/>
        <p:nvPr/>
      </p:nvGrpSpPr>
      <p:grpSpPr>
        <a:xfrm>
          <a:off x="0" y="0"/>
          <a:ext cx="0" cy="0"/>
          <a:chOff x="0" y="0"/>
          <a:chExt cx="0" cy="0"/>
        </a:xfrm>
      </p:grpSpPr>
      <p:pic>
        <p:nvPicPr>
          <p:cNvPr id="20" name="Рисунок 19" descr="Изображение выглядит как текст, снимок экрана, Шрифт, число&#10;&#10;Содержимое, созданное искусственным интеллектом, может быть неверным.">
            <a:extLst>
              <a:ext uri="{FF2B5EF4-FFF2-40B4-BE49-F238E27FC236}">
                <a16:creationId xmlns:a16="http://schemas.microsoft.com/office/drawing/2014/main" id="{B9CE5B0B-EE4B-7624-2F5D-E3E9841CFA92}"/>
              </a:ext>
            </a:extLst>
          </p:cNvPr>
          <p:cNvPicPr>
            <a:picLocks noChangeAspect="1"/>
          </p:cNvPicPr>
          <p:nvPr/>
        </p:nvPicPr>
        <p:blipFill>
          <a:blip r:embed="rId3"/>
          <a:stretch>
            <a:fillRect/>
          </a:stretch>
        </p:blipFill>
        <p:spPr>
          <a:xfrm>
            <a:off x="6444737" y="2085905"/>
            <a:ext cx="6476034" cy="3531463"/>
          </a:xfrm>
          <a:prstGeom prst="rect">
            <a:avLst/>
          </a:prstGeom>
        </p:spPr>
      </p:pic>
      <p:sp>
        <p:nvSpPr>
          <p:cNvPr id="2" name="Прямоугольник 1">
            <a:extLst>
              <a:ext uri="{FF2B5EF4-FFF2-40B4-BE49-F238E27FC236}">
                <a16:creationId xmlns:a16="http://schemas.microsoft.com/office/drawing/2014/main" id="{8AB075E1-B8B7-B204-A4B5-7CC6698E04FC}"/>
              </a:ext>
            </a:extLst>
          </p:cNvPr>
          <p:cNvSpPr/>
          <p:nvPr/>
        </p:nvSpPr>
        <p:spPr>
          <a:xfrm>
            <a:off x="517107" y="6408741"/>
            <a:ext cx="593402" cy="288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Текст. поле 2">
            <a:extLst>
              <a:ext uri="{FF2B5EF4-FFF2-40B4-BE49-F238E27FC236}">
                <a16:creationId xmlns:a16="http://schemas.microsoft.com/office/drawing/2014/main" id="{9EFDB602-1A47-7E6B-EF94-4A1737A5F71D}"/>
              </a:ext>
            </a:extLst>
          </p:cNvPr>
          <p:cNvSpPr txBox="1"/>
          <p:nvPr/>
        </p:nvSpPr>
        <p:spPr>
          <a:xfrm>
            <a:off x="890103" y="152589"/>
            <a:ext cx="9654434" cy="584775"/>
          </a:xfrm>
          <a:prstGeom prst="rect">
            <a:avLst/>
          </a:prstGeom>
          <a:noFill/>
        </p:spPr>
        <p:txBody>
          <a:bodyPr wrap="square" rtlCol="0">
            <a:spAutoFit/>
          </a:bodyPr>
          <a:lstStyle/>
          <a:p>
            <a:r>
              <a:rPr lang="ru-RU" sz="3200" b="1" dirty="0">
                <a:solidFill>
                  <a:srgbClr val="A30236"/>
                </a:solidFill>
                <a:latin typeface="Arial Black" panose="020B0A04020102020204" pitchFamily="34" charset="0"/>
              </a:rPr>
              <a:t>РЕКВИЗИТНЫЙ АНАЛИЗ ДОКУМЕНТА</a:t>
            </a:r>
          </a:p>
        </p:txBody>
      </p:sp>
      <p:sp>
        <p:nvSpPr>
          <p:cNvPr id="4" name="Текст. поле 2">
            <a:extLst>
              <a:ext uri="{FF2B5EF4-FFF2-40B4-BE49-F238E27FC236}">
                <a16:creationId xmlns:a16="http://schemas.microsoft.com/office/drawing/2014/main" id="{C6C35D03-C9A2-FE4E-B864-0C628274A2D8}"/>
              </a:ext>
            </a:extLst>
          </p:cNvPr>
          <p:cNvSpPr txBox="1"/>
          <p:nvPr/>
        </p:nvSpPr>
        <p:spPr>
          <a:xfrm>
            <a:off x="226142" y="220690"/>
            <a:ext cx="501445" cy="461665"/>
          </a:xfrm>
          <a:prstGeom prst="rect">
            <a:avLst/>
          </a:prstGeom>
          <a:noFill/>
        </p:spPr>
        <p:txBody>
          <a:bodyPr wrap="square" rtlCol="0">
            <a:spAutoFit/>
          </a:bodyPr>
          <a:lstStyle/>
          <a:p>
            <a:r>
              <a:rPr lang="ru-RU" sz="2400"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rPr>
              <a:t>9</a:t>
            </a:r>
            <a:endParaRPr lang="en-US"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endParaRPr>
          </a:p>
        </p:txBody>
      </p:sp>
      <p:sp>
        <p:nvSpPr>
          <p:cNvPr id="16" name="TextBox 15">
            <a:extLst>
              <a:ext uri="{FF2B5EF4-FFF2-40B4-BE49-F238E27FC236}">
                <a16:creationId xmlns:a16="http://schemas.microsoft.com/office/drawing/2014/main" id="{C1BDE513-3136-789F-8900-BF49BC78038B}"/>
              </a:ext>
            </a:extLst>
          </p:cNvPr>
          <p:cNvSpPr txBox="1"/>
          <p:nvPr/>
        </p:nvSpPr>
        <p:spPr>
          <a:xfrm>
            <a:off x="226142" y="620799"/>
            <a:ext cx="1048044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ru-RU" b="1" dirty="0">
                <a:solidFill>
                  <a:schemeClr val="tx1"/>
                </a:solidFill>
              </a:rPr>
              <a:t>Элементы типа 4 (константы для читабельности, не для хранения)</a:t>
            </a:r>
          </a:p>
        </p:txBody>
      </p:sp>
      <p:sp>
        <p:nvSpPr>
          <p:cNvPr id="6" name="TextBox 5">
            <a:extLst>
              <a:ext uri="{FF2B5EF4-FFF2-40B4-BE49-F238E27FC236}">
                <a16:creationId xmlns:a16="http://schemas.microsoft.com/office/drawing/2014/main" id="{B39D20B8-CF62-2456-2818-1043D4F404D6}"/>
              </a:ext>
            </a:extLst>
          </p:cNvPr>
          <p:cNvSpPr txBox="1"/>
          <p:nvPr/>
        </p:nvSpPr>
        <p:spPr>
          <a:xfrm>
            <a:off x="226141" y="1943578"/>
            <a:ext cx="815393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b="1" dirty="0">
                <a:solidFill>
                  <a:schemeClr val="tx1"/>
                </a:solidFill>
              </a:rPr>
              <a:t>Элементы типа 5 (текст в свободном формате)</a:t>
            </a:r>
          </a:p>
        </p:txBody>
      </p:sp>
      <p:sp>
        <p:nvSpPr>
          <p:cNvPr id="9" name="TextBox 8">
            <a:extLst>
              <a:ext uri="{FF2B5EF4-FFF2-40B4-BE49-F238E27FC236}">
                <a16:creationId xmlns:a16="http://schemas.microsoft.com/office/drawing/2014/main" id="{0173C763-2DFC-10E1-220B-28F0496C4BFE}"/>
              </a:ext>
            </a:extLst>
          </p:cNvPr>
          <p:cNvSpPr txBox="1"/>
          <p:nvPr/>
        </p:nvSpPr>
        <p:spPr>
          <a:xfrm>
            <a:off x="226142" y="1076353"/>
            <a:ext cx="6476034"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ru-RU" dirty="0"/>
              <a:t>•	Заголовок "Товарная накладная" – не реквизит.</a:t>
            </a:r>
          </a:p>
          <a:p>
            <a:pPr algn="just"/>
            <a:r>
              <a:rPr lang="ru-RU" dirty="0"/>
              <a:t>•	Названия граф таблицы – схема файла, хранится в метаданных.</a:t>
            </a:r>
          </a:p>
        </p:txBody>
      </p:sp>
      <p:sp>
        <p:nvSpPr>
          <p:cNvPr id="15" name="TextBox 14">
            <a:extLst>
              <a:ext uri="{FF2B5EF4-FFF2-40B4-BE49-F238E27FC236}">
                <a16:creationId xmlns:a16="http://schemas.microsoft.com/office/drawing/2014/main" id="{72A74B54-9632-1541-334C-75D9D46A026A}"/>
              </a:ext>
            </a:extLst>
          </p:cNvPr>
          <p:cNvSpPr txBox="1"/>
          <p:nvPr/>
        </p:nvSpPr>
        <p:spPr>
          <a:xfrm>
            <a:off x="226142" y="2312910"/>
            <a:ext cx="6476034"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dirty="0"/>
              <a:t>•	Нет в стандартной форме, но возможны примечания в "Дополнительных сведениях".</a:t>
            </a:r>
          </a:p>
        </p:txBody>
      </p:sp>
      <p:sp>
        <p:nvSpPr>
          <p:cNvPr id="18" name="TextBox 17">
            <a:extLst>
              <a:ext uri="{FF2B5EF4-FFF2-40B4-BE49-F238E27FC236}">
                <a16:creationId xmlns:a16="http://schemas.microsoft.com/office/drawing/2014/main" id="{AD562616-6858-E4A2-CA3C-1B7BCE274ED6}"/>
              </a:ext>
            </a:extLst>
          </p:cNvPr>
          <p:cNvSpPr txBox="1"/>
          <p:nvPr/>
        </p:nvSpPr>
        <p:spPr>
          <a:xfrm>
            <a:off x="226141" y="2953130"/>
            <a:ext cx="5098213" cy="34163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b="1" u="sng" dirty="0"/>
              <a:t>Реляционный ключ: </a:t>
            </a:r>
            <a:r>
              <a:rPr lang="ru-RU" dirty="0"/>
              <a:t>комбинация "Номер накладной" + "Дата" + "№ п/п" (уникально идентифицирует запись). </a:t>
            </a:r>
          </a:p>
          <a:p>
            <a:r>
              <a:rPr lang="ru-RU" b="1" u="sng" dirty="0"/>
              <a:t>Длина записи: </a:t>
            </a:r>
            <a:r>
              <a:rPr lang="ru-RU" dirty="0"/>
              <a:t>сумма длин реквизитов (зависит от типов: числовые – фиксированные, текстовые – переменные). </a:t>
            </a:r>
          </a:p>
          <a:p>
            <a:r>
              <a:rPr lang="ru-RU" b="1" u="sng" dirty="0"/>
              <a:t>Файл</a:t>
            </a:r>
            <a:r>
              <a:rPr lang="ru-RU" dirty="0"/>
              <a:t> – множество записей, </a:t>
            </a:r>
            <a:r>
              <a:rPr lang="ru-RU" b="1" u="sng" dirty="0"/>
              <a:t>база данных </a:t>
            </a:r>
            <a:r>
              <a:rPr lang="ru-RU" dirty="0"/>
              <a:t>– совокупность связанных файлов (например, с договорами). </a:t>
            </a:r>
          </a:p>
          <a:p>
            <a:r>
              <a:rPr lang="ru-RU" b="1" u="sng" dirty="0"/>
              <a:t>Операции:</a:t>
            </a:r>
            <a:r>
              <a:rPr lang="ru-RU" dirty="0"/>
              <a:t> арифметические над основаниями (суммирование), логические над признаками (сортировка по коду).</a:t>
            </a:r>
          </a:p>
        </p:txBody>
      </p:sp>
      <p:sp>
        <p:nvSpPr>
          <p:cNvPr id="21" name="Управляющая кнопка: &quot;Вперед&quot; или &quot;Следующий&quot; 20">
            <a:hlinkClick r:id="" action="ppaction://hlinkshowjump?jump=nextslide" highlightClick="1"/>
            <a:extLst>
              <a:ext uri="{FF2B5EF4-FFF2-40B4-BE49-F238E27FC236}">
                <a16:creationId xmlns:a16="http://schemas.microsoft.com/office/drawing/2014/main" id="{220D1F6E-C107-6D9E-016E-34D32499B034}"/>
              </a:ext>
            </a:extLst>
          </p:cNvPr>
          <p:cNvSpPr/>
          <p:nvPr/>
        </p:nvSpPr>
        <p:spPr>
          <a:xfrm>
            <a:off x="11843491" y="6174710"/>
            <a:ext cx="593402" cy="610798"/>
          </a:xfrm>
          <a:prstGeom prst="actionButtonForwardNext">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22" name="Управляющая кнопка: &quot;На главную&quot; 21">
            <a:hlinkClick r:id="rId4" action="ppaction://hlinksldjump" highlightClick="1"/>
            <a:extLst>
              <a:ext uri="{FF2B5EF4-FFF2-40B4-BE49-F238E27FC236}">
                <a16:creationId xmlns:a16="http://schemas.microsoft.com/office/drawing/2014/main" id="{D50C6001-FA73-947C-8C5A-CC47752B743C}"/>
              </a:ext>
            </a:extLst>
          </p:cNvPr>
          <p:cNvSpPr/>
          <p:nvPr/>
        </p:nvSpPr>
        <p:spPr>
          <a:xfrm>
            <a:off x="11130117" y="6174710"/>
            <a:ext cx="593402" cy="610798"/>
          </a:xfrm>
          <a:prstGeom prst="actionButtonHome">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23" name="Управляющая кнопка: &quot;Назад&quot; или &quot;Предыдущий&quot; 22">
            <a:hlinkClick r:id="" action="ppaction://hlinkshowjump?jump=previousslide" highlightClick="1"/>
            <a:extLst>
              <a:ext uri="{FF2B5EF4-FFF2-40B4-BE49-F238E27FC236}">
                <a16:creationId xmlns:a16="http://schemas.microsoft.com/office/drawing/2014/main" id="{BDBA13CD-D705-B2BF-6B66-3B3F4C80E744}"/>
              </a:ext>
            </a:extLst>
          </p:cNvPr>
          <p:cNvSpPr/>
          <p:nvPr/>
        </p:nvSpPr>
        <p:spPr>
          <a:xfrm>
            <a:off x="10456071" y="6174710"/>
            <a:ext cx="593402" cy="610798"/>
          </a:xfrm>
          <a:prstGeom prst="actionButtonBackPrevious">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51490918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7AA1D-38AB-323B-004D-6977963C12DF}"/>
            </a:ext>
          </a:extLst>
        </p:cNvPr>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F2396A07-ED8B-70BB-7694-801FB7CCB18F}"/>
              </a:ext>
            </a:extLst>
          </p:cNvPr>
          <p:cNvSpPr/>
          <p:nvPr/>
        </p:nvSpPr>
        <p:spPr>
          <a:xfrm>
            <a:off x="517107" y="6408741"/>
            <a:ext cx="593402" cy="288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Текст. поле 2">
            <a:extLst>
              <a:ext uri="{FF2B5EF4-FFF2-40B4-BE49-F238E27FC236}">
                <a16:creationId xmlns:a16="http://schemas.microsoft.com/office/drawing/2014/main" id="{AE28AF03-F953-B6F3-D88D-A04FDAD65AD8}"/>
              </a:ext>
            </a:extLst>
          </p:cNvPr>
          <p:cNvSpPr txBox="1"/>
          <p:nvPr/>
        </p:nvSpPr>
        <p:spPr>
          <a:xfrm>
            <a:off x="890102" y="152589"/>
            <a:ext cx="10480439" cy="1077218"/>
          </a:xfrm>
          <a:prstGeom prst="rect">
            <a:avLst/>
          </a:prstGeom>
          <a:noFill/>
        </p:spPr>
        <p:txBody>
          <a:bodyPr wrap="square" rtlCol="0">
            <a:spAutoFit/>
          </a:bodyPr>
          <a:lstStyle/>
          <a:p>
            <a:r>
              <a:rPr lang="ru-RU" sz="3200" b="1" dirty="0">
                <a:solidFill>
                  <a:srgbClr val="A30236"/>
                </a:solidFill>
                <a:latin typeface="Arial Black" panose="020B0A04020102020204" pitchFamily="34" charset="0"/>
              </a:rPr>
              <a:t>ВЫДЕЛЕНИЕ ФИНАНСОВЫХ И ЭКОНОМИЧЕСКИХ РЕКВИЗИТОВ</a:t>
            </a:r>
            <a:endParaRPr lang="ru-RU" sz="3200" dirty="0">
              <a:solidFill>
                <a:srgbClr val="A30236"/>
              </a:solidFill>
              <a:latin typeface="Arial Black" panose="020B0A04020102020204" pitchFamily="34" charset="0"/>
            </a:endParaRPr>
          </a:p>
        </p:txBody>
      </p:sp>
      <p:sp>
        <p:nvSpPr>
          <p:cNvPr id="4" name="Текст. поле 2">
            <a:extLst>
              <a:ext uri="{FF2B5EF4-FFF2-40B4-BE49-F238E27FC236}">
                <a16:creationId xmlns:a16="http://schemas.microsoft.com/office/drawing/2014/main" id="{1B42E99D-BDBD-1B1D-5144-ECD9FDE7FA0D}"/>
              </a:ext>
            </a:extLst>
          </p:cNvPr>
          <p:cNvSpPr txBox="1"/>
          <p:nvPr/>
        </p:nvSpPr>
        <p:spPr>
          <a:xfrm>
            <a:off x="226142" y="220690"/>
            <a:ext cx="663960" cy="461665"/>
          </a:xfrm>
          <a:prstGeom prst="rect">
            <a:avLst/>
          </a:prstGeom>
          <a:noFill/>
        </p:spPr>
        <p:txBody>
          <a:bodyPr wrap="square" rtlCol="0">
            <a:spAutoFit/>
          </a:bodyPr>
          <a:lstStyle/>
          <a:p>
            <a:r>
              <a:rPr lang="ru-RU" sz="2400"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rPr>
              <a:t>10</a:t>
            </a:r>
            <a:endParaRPr lang="en-US"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endParaRPr>
          </a:p>
        </p:txBody>
      </p:sp>
      <p:sp>
        <p:nvSpPr>
          <p:cNvPr id="6" name="TextBox 5">
            <a:extLst>
              <a:ext uri="{FF2B5EF4-FFF2-40B4-BE49-F238E27FC236}">
                <a16:creationId xmlns:a16="http://schemas.microsoft.com/office/drawing/2014/main" id="{12D911AA-6E03-766A-D2B3-3DFA61980333}"/>
              </a:ext>
            </a:extLst>
          </p:cNvPr>
          <p:cNvSpPr txBox="1"/>
          <p:nvPr/>
        </p:nvSpPr>
        <p:spPr>
          <a:xfrm>
            <a:off x="91073" y="1460084"/>
            <a:ext cx="4679628" cy="4401205"/>
          </a:xfrm>
          <a:prstGeom prst="rect">
            <a:avLst/>
          </a:prstGeom>
          <a:solidFill>
            <a:srgbClr val="A30236"/>
          </a:solid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2000" dirty="0">
                <a:solidFill>
                  <a:schemeClr val="bg1"/>
                </a:solidFill>
                <a:effectLst>
                  <a:outerShdw blurRad="38100" dist="38100" dir="2700000" algn="tl">
                    <a:srgbClr val="000000">
                      <a:alpha val="43137"/>
                    </a:srgbClr>
                  </a:outerShdw>
                </a:effectLst>
              </a:rPr>
              <a:t>Все реквизиты в документе – экономические, так как относятся к экономической информации (структура, свойства объектов/процессов в хозяйственной деятельности). </a:t>
            </a:r>
          </a:p>
          <a:p>
            <a:endParaRPr lang="ru-RU" sz="2000" dirty="0">
              <a:solidFill>
                <a:schemeClr val="bg1"/>
              </a:solidFill>
              <a:effectLst>
                <a:outerShdw blurRad="38100" dist="38100" dir="2700000" algn="tl">
                  <a:srgbClr val="000000">
                    <a:alpha val="43137"/>
                  </a:srgbClr>
                </a:outerShdw>
              </a:effectLst>
            </a:endParaRPr>
          </a:p>
          <a:p>
            <a:r>
              <a:rPr lang="ru-RU" sz="2000" dirty="0">
                <a:solidFill>
                  <a:schemeClr val="bg1"/>
                </a:solidFill>
                <a:effectLst>
                  <a:outerShdw blurRad="38100" dist="38100" dir="2700000" algn="tl">
                    <a:srgbClr val="000000">
                      <a:alpha val="43137"/>
                    </a:srgbClr>
                  </a:outerShdw>
                </a:effectLst>
              </a:rPr>
              <a:t>Экономические реквизиты – это простые элементарные единицы и составные, выражающие свойства экономических объектов. Они делятся на стоимостные (денежные) и натуральные (количественные в единицах измерения).</a:t>
            </a:r>
          </a:p>
        </p:txBody>
      </p:sp>
      <p:sp>
        <p:nvSpPr>
          <p:cNvPr id="9" name="TextBox 8">
            <a:extLst>
              <a:ext uri="{FF2B5EF4-FFF2-40B4-BE49-F238E27FC236}">
                <a16:creationId xmlns:a16="http://schemas.microsoft.com/office/drawing/2014/main" id="{A1BA230F-B5BE-C5D8-A154-0817276D38FF}"/>
              </a:ext>
            </a:extLst>
          </p:cNvPr>
          <p:cNvSpPr txBox="1"/>
          <p:nvPr/>
        </p:nvSpPr>
        <p:spPr>
          <a:xfrm>
            <a:off x="4770701" y="1229807"/>
            <a:ext cx="8183299" cy="34163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dirty="0"/>
              <a:t>Финансовые реквизиты (стоимостные, связанные с денежными потоками, налогами, оплатой; часто реквизиты-основания для расчетов):</a:t>
            </a:r>
          </a:p>
          <a:p>
            <a:r>
              <a:rPr lang="ru-RU" dirty="0"/>
              <a:t>•	"Цена" (без НДС).</a:t>
            </a:r>
          </a:p>
          <a:p>
            <a:r>
              <a:rPr lang="ru-RU" dirty="0"/>
              <a:t>•	"Сумма без НДС".</a:t>
            </a:r>
          </a:p>
          <a:p>
            <a:r>
              <a:rPr lang="ru-RU" dirty="0"/>
              <a:t>•	"Ставка НДС".</a:t>
            </a:r>
          </a:p>
          <a:p>
            <a:r>
              <a:rPr lang="ru-RU" dirty="0"/>
              <a:t>•	"Сумма НДС".</a:t>
            </a:r>
          </a:p>
          <a:p>
            <a:r>
              <a:rPr lang="ru-RU" dirty="0"/>
              <a:t>•	"Сумма с НДС".</a:t>
            </a:r>
          </a:p>
          <a:p>
            <a:r>
              <a:rPr lang="ru-RU" dirty="0"/>
              <a:t>•	Итоговые: "Сумма без НДС всего", "Сумма НДС всего", "Сумма с НДС всего".</a:t>
            </a:r>
          </a:p>
          <a:p>
            <a:r>
              <a:rPr lang="ru-RU" dirty="0"/>
              <a:t>Эти реквизиты – объемные (первичные) или удельные (вторичные, вычисляемые), выражены в рублях, используются для бухгалтерского учета, расчета налогов.</a:t>
            </a:r>
          </a:p>
        </p:txBody>
      </p:sp>
      <p:sp>
        <p:nvSpPr>
          <p:cNvPr id="15" name="TextBox 14">
            <a:extLst>
              <a:ext uri="{FF2B5EF4-FFF2-40B4-BE49-F238E27FC236}">
                <a16:creationId xmlns:a16="http://schemas.microsoft.com/office/drawing/2014/main" id="{958C209B-9C56-187D-DDC3-5EF41EAFEE1A}"/>
              </a:ext>
            </a:extLst>
          </p:cNvPr>
          <p:cNvSpPr txBox="1"/>
          <p:nvPr/>
        </p:nvSpPr>
        <p:spPr>
          <a:xfrm>
            <a:off x="4770701" y="4549356"/>
            <a:ext cx="8183299" cy="20313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dirty="0"/>
              <a:t>Остальные экономические реквизиты (натуральные или качественные, но не напрямую финансовые):</a:t>
            </a:r>
          </a:p>
          <a:p>
            <a:r>
              <a:rPr lang="ru-RU" dirty="0"/>
              <a:t>•	Количественные (натуральные показатели): "Количество в одном месте", "Количество мест, штук", "Масса брутто", "Масса нетто", "Всего мест", "Масса груза нетто/брутто".</a:t>
            </a:r>
          </a:p>
          <a:p>
            <a:r>
              <a:rPr lang="ru-RU" dirty="0"/>
              <a:t>•	Качественные (признаки): все наименования, коды, адреса, даты, основания – для идентификации и группировки.</a:t>
            </a:r>
          </a:p>
        </p:txBody>
      </p:sp>
      <p:sp>
        <p:nvSpPr>
          <p:cNvPr id="18" name="Управляющая кнопка: &quot;Вперед&quot; или &quot;Следующий&quot; 17">
            <a:hlinkClick r:id="" action="ppaction://hlinkshowjump?jump=nextslide" highlightClick="1"/>
            <a:extLst>
              <a:ext uri="{FF2B5EF4-FFF2-40B4-BE49-F238E27FC236}">
                <a16:creationId xmlns:a16="http://schemas.microsoft.com/office/drawing/2014/main" id="{5B112D26-C7FC-34A8-ADD7-7833FC5E7BEF}"/>
              </a:ext>
            </a:extLst>
          </p:cNvPr>
          <p:cNvSpPr/>
          <p:nvPr/>
        </p:nvSpPr>
        <p:spPr>
          <a:xfrm>
            <a:off x="11916697" y="6263148"/>
            <a:ext cx="520196" cy="522360"/>
          </a:xfrm>
          <a:prstGeom prst="actionButtonForwardNext">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9" name="Управляющая кнопка: &quot;На главную&quot; 18">
            <a:hlinkClick r:id="rId3" action="ppaction://hlinksldjump" highlightClick="1"/>
            <a:extLst>
              <a:ext uri="{FF2B5EF4-FFF2-40B4-BE49-F238E27FC236}">
                <a16:creationId xmlns:a16="http://schemas.microsoft.com/office/drawing/2014/main" id="{4E1977FC-43E7-7445-5B2D-CEFDA9998309}"/>
              </a:ext>
            </a:extLst>
          </p:cNvPr>
          <p:cNvSpPr/>
          <p:nvPr/>
        </p:nvSpPr>
        <p:spPr>
          <a:xfrm>
            <a:off x="11203323" y="6263148"/>
            <a:ext cx="520196" cy="522360"/>
          </a:xfrm>
          <a:prstGeom prst="actionButtonHome">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20" name="Управляющая кнопка: &quot;Назад&quot; или &quot;Предыдущий&quot; 19">
            <a:hlinkClick r:id="" action="ppaction://hlinkshowjump?jump=previousslide" highlightClick="1"/>
            <a:extLst>
              <a:ext uri="{FF2B5EF4-FFF2-40B4-BE49-F238E27FC236}">
                <a16:creationId xmlns:a16="http://schemas.microsoft.com/office/drawing/2014/main" id="{F5454581-5D31-8488-C1D8-F06A4FF1A0C1}"/>
              </a:ext>
            </a:extLst>
          </p:cNvPr>
          <p:cNvSpPr/>
          <p:nvPr/>
        </p:nvSpPr>
        <p:spPr>
          <a:xfrm>
            <a:off x="10529277" y="6263148"/>
            <a:ext cx="520196" cy="522360"/>
          </a:xfrm>
          <a:prstGeom prst="actionButtonBackPrevious">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164140738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9F655-173E-4D2E-3BBF-F6B51D387237}"/>
            </a:ext>
          </a:extLst>
        </p:cNvPr>
        <p:cNvGrpSpPr/>
        <p:nvPr/>
      </p:nvGrpSpPr>
      <p:grpSpPr>
        <a:xfrm>
          <a:off x="0" y="0"/>
          <a:ext cx="0" cy="0"/>
          <a:chOff x="0" y="0"/>
          <a:chExt cx="0" cy="0"/>
        </a:xfrm>
      </p:grpSpPr>
      <p:sp>
        <p:nvSpPr>
          <p:cNvPr id="12" name="Управляющая кнопка: &quot;Назад&quot; или &quot;Предыдущий&quot; 11">
            <a:hlinkClick r:id="" action="ppaction://hlinkshowjump?jump=previousslide" highlightClick="1"/>
            <a:extLst>
              <a:ext uri="{FF2B5EF4-FFF2-40B4-BE49-F238E27FC236}">
                <a16:creationId xmlns:a16="http://schemas.microsoft.com/office/drawing/2014/main" id="{7B5B8801-C7B0-E8C4-3378-38A24E31CAD9}"/>
              </a:ext>
            </a:extLst>
          </p:cNvPr>
          <p:cNvSpPr/>
          <p:nvPr/>
        </p:nvSpPr>
        <p:spPr>
          <a:xfrm>
            <a:off x="10456071" y="6174710"/>
            <a:ext cx="593402" cy="610798"/>
          </a:xfrm>
          <a:prstGeom prst="actionButtonBackPrevious">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9" name="Прямоугольник: загнутый угол 8">
            <a:extLst>
              <a:ext uri="{FF2B5EF4-FFF2-40B4-BE49-F238E27FC236}">
                <a16:creationId xmlns:a16="http://schemas.microsoft.com/office/drawing/2014/main" id="{7A880872-3192-573A-54AE-58662CB056E0}"/>
              </a:ext>
            </a:extLst>
          </p:cNvPr>
          <p:cNvSpPr/>
          <p:nvPr/>
        </p:nvSpPr>
        <p:spPr>
          <a:xfrm>
            <a:off x="6837343" y="1773246"/>
            <a:ext cx="5092180" cy="4185075"/>
          </a:xfrm>
          <a:prstGeom prst="foldedCorner">
            <a:avLst/>
          </a:prstGeom>
          <a:solidFill>
            <a:srgbClr val="A30236"/>
          </a:solidFill>
          <a:ln w="12700" cap="flat">
            <a:solidFill>
              <a:schemeClr val="accent1"/>
            </a:solidFill>
            <a:prstDash val="solid"/>
            <a:miter lim="8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2" name="Прямоугольник 1">
            <a:extLst>
              <a:ext uri="{FF2B5EF4-FFF2-40B4-BE49-F238E27FC236}">
                <a16:creationId xmlns:a16="http://schemas.microsoft.com/office/drawing/2014/main" id="{15BF40B6-F050-2E28-BB24-11055D513223}"/>
              </a:ext>
            </a:extLst>
          </p:cNvPr>
          <p:cNvSpPr/>
          <p:nvPr/>
        </p:nvSpPr>
        <p:spPr>
          <a:xfrm>
            <a:off x="517107" y="6408741"/>
            <a:ext cx="593402" cy="288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Текст. поле 2">
            <a:extLst>
              <a:ext uri="{FF2B5EF4-FFF2-40B4-BE49-F238E27FC236}">
                <a16:creationId xmlns:a16="http://schemas.microsoft.com/office/drawing/2014/main" id="{95946B79-10B1-A4F3-8B73-0791254540D1}"/>
              </a:ext>
            </a:extLst>
          </p:cNvPr>
          <p:cNvSpPr txBox="1"/>
          <p:nvPr/>
        </p:nvSpPr>
        <p:spPr>
          <a:xfrm>
            <a:off x="890102" y="152589"/>
            <a:ext cx="10128997" cy="1569660"/>
          </a:xfrm>
          <a:prstGeom prst="rect">
            <a:avLst/>
          </a:prstGeom>
          <a:noFill/>
        </p:spPr>
        <p:txBody>
          <a:bodyPr wrap="square" rtlCol="0">
            <a:spAutoFit/>
          </a:bodyPr>
          <a:lstStyle/>
          <a:p>
            <a:r>
              <a:rPr lang="ru-RU" sz="3200" b="1" dirty="0">
                <a:solidFill>
                  <a:srgbClr val="A30236"/>
                </a:solidFill>
                <a:latin typeface="Arial Black" panose="020B0A04020102020204" pitchFamily="34" charset="0"/>
              </a:rPr>
              <a:t>ПОЛНОЕ ОПИСАНИЕ ПРОЦЕССА РАБОТЫ С ДОКУМЕНТОМ "ТОВАРНАЯ НАКЛАДНАЯ" (ТОРГ-12)</a:t>
            </a:r>
            <a:endParaRPr lang="ru-RU" sz="3200" dirty="0">
              <a:solidFill>
                <a:srgbClr val="A30236"/>
              </a:solidFill>
              <a:latin typeface="Arial Black" panose="020B0A04020102020204" pitchFamily="34" charset="0"/>
            </a:endParaRPr>
          </a:p>
        </p:txBody>
      </p:sp>
      <p:sp>
        <p:nvSpPr>
          <p:cNvPr id="4" name="Текст. поле 2">
            <a:extLst>
              <a:ext uri="{FF2B5EF4-FFF2-40B4-BE49-F238E27FC236}">
                <a16:creationId xmlns:a16="http://schemas.microsoft.com/office/drawing/2014/main" id="{68CF9917-B7B8-4654-EA2D-3834A22BF615}"/>
              </a:ext>
            </a:extLst>
          </p:cNvPr>
          <p:cNvSpPr txBox="1"/>
          <p:nvPr/>
        </p:nvSpPr>
        <p:spPr>
          <a:xfrm>
            <a:off x="226142" y="220690"/>
            <a:ext cx="663960" cy="461665"/>
          </a:xfrm>
          <a:prstGeom prst="rect">
            <a:avLst/>
          </a:prstGeom>
          <a:noFill/>
        </p:spPr>
        <p:txBody>
          <a:bodyPr wrap="square" rtlCol="0">
            <a:spAutoFit/>
          </a:bodyPr>
          <a:lstStyle/>
          <a:p>
            <a:r>
              <a:rPr lang="ru-RU" sz="2400"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rPr>
              <a:t>11</a:t>
            </a:r>
            <a:endParaRPr lang="en-US"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endParaRPr>
          </a:p>
        </p:txBody>
      </p:sp>
      <p:sp>
        <p:nvSpPr>
          <p:cNvPr id="6" name="TextBox 5">
            <a:extLst>
              <a:ext uri="{FF2B5EF4-FFF2-40B4-BE49-F238E27FC236}">
                <a16:creationId xmlns:a16="http://schemas.microsoft.com/office/drawing/2014/main" id="{72CB0F29-B98C-D8C8-180E-90417BA9949B}"/>
              </a:ext>
            </a:extLst>
          </p:cNvPr>
          <p:cNvSpPr txBox="1"/>
          <p:nvPr/>
        </p:nvSpPr>
        <p:spPr>
          <a:xfrm>
            <a:off x="226142" y="2172669"/>
            <a:ext cx="5665372" cy="37856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ru-RU" sz="2000" dirty="0"/>
              <a:t>Процесс работы с товарной накладной ТОРГ-12 включает оформление, заполнение, передачу, учет и хранение. Документ составляется при отгрузке товаров от продавца к покупателю для подтверждения передачи ТМЦ, списания со склада, оприходования, бухгалтерского учета и расчета НДС. Он обязателен для оптовой торговли, но может заменяться УПД (универсальным передаточным документом). Процесс автоматизируется в системах вроде 1С или электронного документооборота.</a:t>
            </a:r>
          </a:p>
        </p:txBody>
      </p:sp>
      <p:sp>
        <p:nvSpPr>
          <p:cNvPr id="8" name="TextBox 7">
            <a:extLst>
              <a:ext uri="{FF2B5EF4-FFF2-40B4-BE49-F238E27FC236}">
                <a16:creationId xmlns:a16="http://schemas.microsoft.com/office/drawing/2014/main" id="{33C4ED7A-F538-E86C-0F89-81FB96B38EC0}"/>
              </a:ext>
            </a:extLst>
          </p:cNvPr>
          <p:cNvSpPr txBox="1"/>
          <p:nvPr/>
        </p:nvSpPr>
        <p:spPr>
          <a:xfrm>
            <a:off x="7398375" y="2157623"/>
            <a:ext cx="3970116" cy="34163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ru-RU" sz="2400" b="1" dirty="0">
                <a:solidFill>
                  <a:schemeClr val="bg1"/>
                </a:solidFill>
                <a:effectLst>
                  <a:outerShdw blurRad="38100" dist="38100" dir="2700000" algn="tl">
                    <a:srgbClr val="000000">
                      <a:alpha val="43137"/>
                    </a:srgbClr>
                  </a:outerShdw>
                </a:effectLst>
              </a:rPr>
              <a:t>Шаги процесса:</a:t>
            </a:r>
          </a:p>
          <a:p>
            <a:endParaRPr lang="ru-RU" sz="2400" dirty="0">
              <a:solidFill>
                <a:schemeClr val="bg1"/>
              </a:solidFill>
              <a:effectLst>
                <a:outerShdw blurRad="38100" dist="38100" dir="2700000" algn="tl">
                  <a:srgbClr val="000000">
                    <a:alpha val="43137"/>
                  </a:srgbClr>
                </a:outerShdw>
              </a:effectLst>
            </a:endParaRPr>
          </a:p>
          <a:p>
            <a:pPr marL="457200" indent="-457200">
              <a:buFont typeface="+mj-lt"/>
              <a:buAutoNum type="arabicPeriod"/>
            </a:pPr>
            <a:r>
              <a:rPr lang="ru-RU" sz="2400" u="sng" dirty="0">
                <a:solidFill>
                  <a:schemeClr val="bg1"/>
                </a:solidFill>
                <a:effectLst>
                  <a:outerShdw blurRad="38100" dist="38100" dir="2700000" algn="tl">
                    <a:srgbClr val="000000">
                      <a:alpha val="43137"/>
                    </a:srgbClr>
                  </a:outerShdw>
                </a:effectLst>
              </a:rPr>
              <a:t>Подготовка к оформлению</a:t>
            </a:r>
          </a:p>
          <a:p>
            <a:pPr marL="457200" indent="-457200">
              <a:buFont typeface="+mj-lt"/>
              <a:buAutoNum type="arabicPeriod"/>
            </a:pPr>
            <a:r>
              <a:rPr lang="ru-RU" sz="2400" u="sng" dirty="0">
                <a:solidFill>
                  <a:schemeClr val="bg1"/>
                </a:solidFill>
                <a:effectLst>
                  <a:outerShdw blurRad="38100" dist="38100" dir="2700000" algn="tl">
                    <a:srgbClr val="000000">
                      <a:alpha val="43137"/>
                    </a:srgbClr>
                  </a:outerShdw>
                </a:effectLst>
              </a:rPr>
              <a:t>Заполнение документа</a:t>
            </a:r>
          </a:p>
          <a:p>
            <a:pPr marL="457200" indent="-457200">
              <a:buFont typeface="+mj-lt"/>
              <a:buAutoNum type="arabicPeriod"/>
            </a:pPr>
            <a:r>
              <a:rPr lang="ru-RU" sz="2400" u="sng" dirty="0">
                <a:solidFill>
                  <a:schemeClr val="bg1"/>
                </a:solidFill>
                <a:effectLst>
                  <a:outerShdw blurRad="38100" dist="38100" dir="2700000" algn="tl">
                    <a:srgbClr val="000000">
                      <a:alpha val="43137"/>
                    </a:srgbClr>
                  </a:outerShdw>
                </a:effectLst>
              </a:rPr>
              <a:t>Отгрузка и передача</a:t>
            </a:r>
          </a:p>
          <a:p>
            <a:pPr marL="457200" indent="-457200">
              <a:buFont typeface="+mj-lt"/>
              <a:buAutoNum type="arabicPeriod"/>
            </a:pPr>
            <a:r>
              <a:rPr lang="ru-RU" sz="2400" u="sng" dirty="0">
                <a:solidFill>
                  <a:schemeClr val="bg1"/>
                </a:solidFill>
                <a:effectLst>
                  <a:outerShdw blurRad="38100" dist="38100" dir="2700000" algn="tl">
                    <a:srgbClr val="000000">
                      <a:alpha val="43137"/>
                    </a:srgbClr>
                  </a:outerShdw>
                </a:effectLst>
              </a:rPr>
              <a:t>Приемка и учет</a:t>
            </a:r>
          </a:p>
          <a:p>
            <a:pPr marL="457200" indent="-457200">
              <a:buFont typeface="+mj-lt"/>
              <a:buAutoNum type="arabicPeriod"/>
            </a:pPr>
            <a:r>
              <a:rPr lang="ru-RU" sz="2400" u="sng" dirty="0">
                <a:solidFill>
                  <a:schemeClr val="bg1"/>
                </a:solidFill>
                <a:effectLst>
                  <a:outerShdw blurRad="38100" dist="38100" dir="2700000" algn="tl">
                    <a:srgbClr val="000000">
                      <a:alpha val="43137"/>
                    </a:srgbClr>
                  </a:outerShdw>
                </a:effectLst>
              </a:rPr>
              <a:t>Хранение и отчетность</a:t>
            </a:r>
          </a:p>
          <a:p>
            <a:pPr marL="457200" indent="-457200">
              <a:buFont typeface="+mj-lt"/>
              <a:buAutoNum type="arabicPeriod"/>
            </a:pPr>
            <a:r>
              <a:rPr lang="ru-RU" sz="2400" u="sng" dirty="0">
                <a:solidFill>
                  <a:schemeClr val="bg1"/>
                </a:solidFill>
                <a:effectLst>
                  <a:outerShdw blurRad="38100" dist="38100" dir="2700000" algn="tl">
                    <a:srgbClr val="000000">
                      <a:alpha val="43137"/>
                    </a:srgbClr>
                  </a:outerShdw>
                </a:effectLst>
              </a:rPr>
              <a:t>Электронный вариант</a:t>
            </a:r>
          </a:p>
        </p:txBody>
      </p:sp>
      <p:sp>
        <p:nvSpPr>
          <p:cNvPr id="10" name="Управляющая кнопка: &quot;Вперед&quot; или &quot;Следующий&quot; 9">
            <a:hlinkClick r:id="" action="ppaction://hlinkshowjump?jump=nextslide" highlightClick="1"/>
            <a:extLst>
              <a:ext uri="{FF2B5EF4-FFF2-40B4-BE49-F238E27FC236}">
                <a16:creationId xmlns:a16="http://schemas.microsoft.com/office/drawing/2014/main" id="{7DD28499-7B91-FA28-2B4E-8B68A712EE23}"/>
              </a:ext>
            </a:extLst>
          </p:cNvPr>
          <p:cNvSpPr/>
          <p:nvPr/>
        </p:nvSpPr>
        <p:spPr>
          <a:xfrm>
            <a:off x="11853323" y="6174710"/>
            <a:ext cx="593402" cy="610798"/>
          </a:xfrm>
          <a:prstGeom prst="actionButtonForwardNext">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1" name="Управляющая кнопка: &quot;На главную&quot; 10">
            <a:hlinkClick r:id="rId3" action="ppaction://hlinksldjump" highlightClick="1"/>
            <a:extLst>
              <a:ext uri="{FF2B5EF4-FFF2-40B4-BE49-F238E27FC236}">
                <a16:creationId xmlns:a16="http://schemas.microsoft.com/office/drawing/2014/main" id="{DC39309E-1779-423B-B7BE-A11C03220BD3}"/>
              </a:ext>
            </a:extLst>
          </p:cNvPr>
          <p:cNvSpPr/>
          <p:nvPr/>
        </p:nvSpPr>
        <p:spPr>
          <a:xfrm>
            <a:off x="11130117" y="6174710"/>
            <a:ext cx="593402" cy="610798"/>
          </a:xfrm>
          <a:prstGeom prst="actionButtonHome">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177233205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EBD40-529C-A9E5-06E4-32556626B580}"/>
            </a:ext>
          </a:extLst>
        </p:cNvPr>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68BFC22D-AD9A-B7C0-2E41-3107C46DF5F5}"/>
              </a:ext>
            </a:extLst>
          </p:cNvPr>
          <p:cNvSpPr/>
          <p:nvPr/>
        </p:nvSpPr>
        <p:spPr>
          <a:xfrm>
            <a:off x="517107" y="6408741"/>
            <a:ext cx="593402" cy="288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Текст. поле 2">
            <a:extLst>
              <a:ext uri="{FF2B5EF4-FFF2-40B4-BE49-F238E27FC236}">
                <a16:creationId xmlns:a16="http://schemas.microsoft.com/office/drawing/2014/main" id="{2987EF85-817E-DBA4-0640-CA28D6B21F55}"/>
              </a:ext>
            </a:extLst>
          </p:cNvPr>
          <p:cNvSpPr txBox="1"/>
          <p:nvPr/>
        </p:nvSpPr>
        <p:spPr>
          <a:xfrm>
            <a:off x="890102" y="152589"/>
            <a:ext cx="9260895" cy="1569660"/>
          </a:xfrm>
          <a:prstGeom prst="rect">
            <a:avLst/>
          </a:prstGeom>
          <a:noFill/>
        </p:spPr>
        <p:txBody>
          <a:bodyPr wrap="square" rtlCol="0">
            <a:spAutoFit/>
          </a:bodyPr>
          <a:lstStyle/>
          <a:p>
            <a:r>
              <a:rPr lang="ru-RU" sz="3200" dirty="0">
                <a:solidFill>
                  <a:srgbClr val="A30236"/>
                </a:solidFill>
                <a:latin typeface="Arial Black" panose="020B0A04020102020204" pitchFamily="34" charset="0"/>
              </a:rPr>
              <a:t>НАЗНАЧЕНИЕ И ОСОБЕННОСТИ СТАНДАРТА ОПИСАНИЯ ПРОЦЕССА </a:t>
            </a:r>
            <a:r>
              <a:rPr lang="en-US" sz="3200" dirty="0">
                <a:solidFill>
                  <a:srgbClr val="A30236"/>
                </a:solidFill>
                <a:latin typeface="Arial Black" panose="020B0A04020102020204" pitchFamily="34" charset="0"/>
              </a:rPr>
              <a:t>BPMN</a:t>
            </a:r>
            <a:r>
              <a:rPr lang="ru-RU" sz="3200" dirty="0">
                <a:solidFill>
                  <a:srgbClr val="A30236"/>
                </a:solidFill>
                <a:latin typeface="Arial Black" panose="020B0A04020102020204" pitchFamily="34" charset="0"/>
              </a:rPr>
              <a:t> 2.0</a:t>
            </a:r>
            <a:endParaRPr lang="ru-RU" sz="4800" dirty="0">
              <a:solidFill>
                <a:srgbClr val="A30236"/>
              </a:solidFill>
              <a:latin typeface="Arial Black" panose="020B0A04020102020204" pitchFamily="34" charset="0"/>
            </a:endParaRPr>
          </a:p>
        </p:txBody>
      </p:sp>
      <p:sp>
        <p:nvSpPr>
          <p:cNvPr id="4" name="Текст. поле 2">
            <a:extLst>
              <a:ext uri="{FF2B5EF4-FFF2-40B4-BE49-F238E27FC236}">
                <a16:creationId xmlns:a16="http://schemas.microsoft.com/office/drawing/2014/main" id="{5AA792F2-A0FC-5AEE-D080-B9E5E655BCCC}"/>
              </a:ext>
            </a:extLst>
          </p:cNvPr>
          <p:cNvSpPr txBox="1"/>
          <p:nvPr/>
        </p:nvSpPr>
        <p:spPr>
          <a:xfrm>
            <a:off x="226142" y="220690"/>
            <a:ext cx="663960" cy="461665"/>
          </a:xfrm>
          <a:prstGeom prst="rect">
            <a:avLst/>
          </a:prstGeom>
          <a:noFill/>
        </p:spPr>
        <p:txBody>
          <a:bodyPr wrap="square" rtlCol="0">
            <a:spAutoFit/>
          </a:bodyPr>
          <a:lstStyle/>
          <a:p>
            <a:r>
              <a:rPr lang="ru-RU" sz="2400"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rPr>
              <a:t>12</a:t>
            </a:r>
            <a:endParaRPr lang="en-US"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endParaRPr>
          </a:p>
        </p:txBody>
      </p:sp>
      <p:sp>
        <p:nvSpPr>
          <p:cNvPr id="6" name="TextBox 5">
            <a:extLst>
              <a:ext uri="{FF2B5EF4-FFF2-40B4-BE49-F238E27FC236}">
                <a16:creationId xmlns:a16="http://schemas.microsoft.com/office/drawing/2014/main" id="{CF7CDC31-D2FA-52E1-A4B7-A9DFE4542DDB}"/>
              </a:ext>
            </a:extLst>
          </p:cNvPr>
          <p:cNvSpPr txBox="1"/>
          <p:nvPr/>
        </p:nvSpPr>
        <p:spPr>
          <a:xfrm>
            <a:off x="36654" y="1938972"/>
            <a:ext cx="7013075" cy="1477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b="1" dirty="0"/>
              <a:t>BPMN (Business Process Model </a:t>
            </a:r>
            <a:r>
              <a:rPr lang="ru-RU" b="1" dirty="0" err="1"/>
              <a:t>and</a:t>
            </a:r>
            <a:r>
              <a:rPr lang="ru-RU" b="1" dirty="0"/>
              <a:t> </a:t>
            </a:r>
            <a:r>
              <a:rPr lang="ru-RU" b="1" dirty="0" err="1"/>
              <a:t>Notation</a:t>
            </a:r>
            <a:r>
              <a:rPr lang="ru-RU" b="1" dirty="0"/>
              <a:t>) </a:t>
            </a:r>
            <a:r>
              <a:rPr lang="ru-RU" dirty="0"/>
              <a:t>— это стандартизированная графическая нотация, предназначенная для моделирования бизнес-процессов. Она позволяет визуально представить процесс, что делает его более понятным для всех участников.</a:t>
            </a:r>
            <a:endParaRPr lang="en-US" dirty="0"/>
          </a:p>
        </p:txBody>
      </p:sp>
      <p:sp>
        <p:nvSpPr>
          <p:cNvPr id="8" name="TextBox 7">
            <a:extLst>
              <a:ext uri="{FF2B5EF4-FFF2-40B4-BE49-F238E27FC236}">
                <a16:creationId xmlns:a16="http://schemas.microsoft.com/office/drawing/2014/main" id="{8EBEC994-0B64-5799-09D8-267C0B714341}"/>
              </a:ext>
            </a:extLst>
          </p:cNvPr>
          <p:cNvSpPr txBox="1"/>
          <p:nvPr/>
        </p:nvSpPr>
        <p:spPr>
          <a:xfrm>
            <a:off x="36654" y="3811327"/>
            <a:ext cx="6295320" cy="23083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b="1" dirty="0"/>
              <a:t>Назначение BPMN 2.0:</a:t>
            </a:r>
          </a:p>
          <a:p>
            <a:r>
              <a:rPr lang="ru-RU" dirty="0"/>
              <a:t>Главная цель BPMN — создать единый язык, понятный как бизнес-аналитикам, так и разработчикам. Это помогает:</a:t>
            </a:r>
          </a:p>
          <a:p>
            <a:endParaRPr lang="ru-RU" dirty="0"/>
          </a:p>
          <a:p>
            <a:pPr marL="285750" indent="-285750">
              <a:buFont typeface="Wingdings" panose="05000000000000000000" pitchFamily="2" charset="2"/>
              <a:buChar char="ü"/>
            </a:pPr>
            <a:r>
              <a:rPr lang="ru-RU" dirty="0"/>
              <a:t>Анализировать и улучшать процессы</a:t>
            </a:r>
          </a:p>
          <a:p>
            <a:pPr marL="285750" indent="-285750">
              <a:buFont typeface="Wingdings" panose="05000000000000000000" pitchFamily="2" charset="2"/>
              <a:buChar char="ü"/>
            </a:pPr>
            <a:r>
              <a:rPr lang="ru-RU" dirty="0"/>
              <a:t>Обучать сотрудников</a:t>
            </a:r>
          </a:p>
          <a:p>
            <a:pPr marL="285750" indent="-285750">
              <a:buFont typeface="Wingdings" panose="05000000000000000000" pitchFamily="2" charset="2"/>
              <a:buChar char="ü"/>
            </a:pPr>
            <a:r>
              <a:rPr lang="ru-RU" dirty="0"/>
              <a:t>Автоматизировать процессы</a:t>
            </a:r>
            <a:endParaRPr lang="en-US" dirty="0"/>
          </a:p>
        </p:txBody>
      </p:sp>
      <p:sp>
        <p:nvSpPr>
          <p:cNvPr id="10" name="TextBox 9">
            <a:extLst>
              <a:ext uri="{FF2B5EF4-FFF2-40B4-BE49-F238E27FC236}">
                <a16:creationId xmlns:a16="http://schemas.microsoft.com/office/drawing/2014/main" id="{5F882749-4BBE-5612-522D-7D17C8263339}"/>
              </a:ext>
            </a:extLst>
          </p:cNvPr>
          <p:cNvSpPr txBox="1"/>
          <p:nvPr/>
        </p:nvSpPr>
        <p:spPr>
          <a:xfrm>
            <a:off x="6892413" y="1318337"/>
            <a:ext cx="6024933" cy="48013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ru-RU" b="1" i="1" u="sng" dirty="0">
                <a:solidFill>
                  <a:srgbClr val="A30236"/>
                </a:solidFill>
              </a:rPr>
              <a:t>Основные особенности</a:t>
            </a:r>
          </a:p>
          <a:p>
            <a:pPr algn="ctr"/>
            <a:endParaRPr lang="ru-RU" b="1" i="1" u="sng" dirty="0">
              <a:solidFill>
                <a:srgbClr val="A30236"/>
              </a:solidFill>
            </a:endParaRPr>
          </a:p>
          <a:p>
            <a:pPr marL="285750" indent="-285750">
              <a:buFont typeface="Arial" panose="020B0604020202020204" pitchFamily="34" charset="0"/>
              <a:buChar char="•"/>
            </a:pPr>
            <a:r>
              <a:rPr lang="ru-RU" dirty="0"/>
              <a:t>Схемы в нотации BPMN ориентированы слева направо. </a:t>
            </a:r>
          </a:p>
          <a:p>
            <a:pPr marL="285750" indent="-285750">
              <a:buFont typeface="Arial" panose="020B0604020202020204" pitchFamily="34" charset="0"/>
              <a:buChar char="•"/>
            </a:pPr>
            <a:r>
              <a:rPr lang="ru-RU" dirty="0"/>
              <a:t>Любая схема должна содержать начальное и конечное события. </a:t>
            </a:r>
          </a:p>
          <a:p>
            <a:pPr marL="285750" indent="-285750">
              <a:buFont typeface="Arial" panose="020B0604020202020204" pitchFamily="34" charset="0"/>
              <a:buChar char="•"/>
            </a:pPr>
            <a:r>
              <a:rPr lang="ru-RU" dirty="0"/>
              <a:t>Возможность визуально изобразить зоны ответственности исполнителей или ИС с помощью пулов и дорожек.</a:t>
            </a:r>
          </a:p>
          <a:p>
            <a:pPr marL="285750" indent="-285750">
              <a:buFont typeface="Arial" panose="020B0604020202020204" pitchFamily="34" charset="0"/>
              <a:buChar char="•"/>
            </a:pPr>
            <a:r>
              <a:rPr lang="ru-RU" dirty="0"/>
              <a:t>Возможность изобразить развилки - альтернативные и параллельные процессы.</a:t>
            </a:r>
          </a:p>
          <a:p>
            <a:pPr marL="285750" indent="-285750">
              <a:buFont typeface="Arial" panose="020B0604020202020204" pitchFamily="34" charset="0"/>
              <a:buChar char="•"/>
            </a:pPr>
            <a:r>
              <a:rPr lang="ru-RU" dirty="0"/>
              <a:t>Процессы состоят из элементов, каждый из которых обозначается на схеме специальным значком.</a:t>
            </a:r>
          </a:p>
          <a:p>
            <a:pPr marL="285750" indent="-285750">
              <a:buFont typeface="Arial" panose="020B0604020202020204" pitchFamily="34" charset="0"/>
              <a:buChar char="•"/>
            </a:pPr>
            <a:r>
              <a:rPr lang="ru-RU" dirty="0"/>
              <a:t>Основные категории элементов допускают внутренние вариации, что расширяет возможности визуализации.</a:t>
            </a:r>
            <a:endParaRPr lang="en-US" dirty="0"/>
          </a:p>
        </p:txBody>
      </p:sp>
      <p:sp>
        <p:nvSpPr>
          <p:cNvPr id="11" name="Управляющая кнопка: &quot;Вперед&quot; или &quot;Следующий&quot; 10">
            <a:hlinkClick r:id="" action="ppaction://hlinkshowjump?jump=nextslide" highlightClick="1"/>
            <a:extLst>
              <a:ext uri="{FF2B5EF4-FFF2-40B4-BE49-F238E27FC236}">
                <a16:creationId xmlns:a16="http://schemas.microsoft.com/office/drawing/2014/main" id="{50981CFA-1EAE-D284-9E77-0D6B72CC729E}"/>
              </a:ext>
            </a:extLst>
          </p:cNvPr>
          <p:cNvSpPr/>
          <p:nvPr/>
        </p:nvSpPr>
        <p:spPr>
          <a:xfrm>
            <a:off x="11843491" y="6174710"/>
            <a:ext cx="593402" cy="610798"/>
          </a:xfrm>
          <a:prstGeom prst="actionButtonForwardNext">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2" name="Управляющая кнопка: &quot;На главную&quot; 11">
            <a:hlinkClick r:id="rId3" action="ppaction://hlinksldjump" highlightClick="1"/>
            <a:extLst>
              <a:ext uri="{FF2B5EF4-FFF2-40B4-BE49-F238E27FC236}">
                <a16:creationId xmlns:a16="http://schemas.microsoft.com/office/drawing/2014/main" id="{AC2ACAC4-1764-0A31-CB74-84CC5D238C4D}"/>
              </a:ext>
            </a:extLst>
          </p:cNvPr>
          <p:cNvSpPr/>
          <p:nvPr/>
        </p:nvSpPr>
        <p:spPr>
          <a:xfrm>
            <a:off x="11130117" y="6174710"/>
            <a:ext cx="593402" cy="610798"/>
          </a:xfrm>
          <a:prstGeom prst="actionButtonHome">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3" name="Управляющая кнопка: &quot;Назад&quot; или &quot;Предыдущий&quot; 12">
            <a:hlinkClick r:id="" action="ppaction://hlinkshowjump?jump=previousslide" highlightClick="1"/>
            <a:extLst>
              <a:ext uri="{FF2B5EF4-FFF2-40B4-BE49-F238E27FC236}">
                <a16:creationId xmlns:a16="http://schemas.microsoft.com/office/drawing/2014/main" id="{0E28B855-CB56-085C-62E6-B6E7DF9FDE48}"/>
              </a:ext>
            </a:extLst>
          </p:cNvPr>
          <p:cNvSpPr/>
          <p:nvPr/>
        </p:nvSpPr>
        <p:spPr>
          <a:xfrm>
            <a:off x="10456071" y="6174710"/>
            <a:ext cx="593402" cy="610798"/>
          </a:xfrm>
          <a:prstGeom prst="actionButtonBackPrevious">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3201320991"/>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17107" y="6408741"/>
            <a:ext cx="593402" cy="288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Текст. поле 2"/>
          <p:cNvSpPr txBox="1"/>
          <p:nvPr/>
        </p:nvSpPr>
        <p:spPr>
          <a:xfrm>
            <a:off x="943897" y="178021"/>
            <a:ext cx="9635613" cy="2062103"/>
          </a:xfrm>
          <a:prstGeom prst="rect">
            <a:avLst/>
          </a:prstGeom>
          <a:noFill/>
        </p:spPr>
        <p:txBody>
          <a:bodyPr wrap="square" rtlCol="0">
            <a:spAutoFit/>
          </a:bodyPr>
          <a:lstStyle/>
          <a:p>
            <a:r>
              <a:rPr lang="ru-RU" sz="3200" b="1" dirty="0">
                <a:solidFill>
                  <a:srgbClr val="A30236"/>
                </a:solidFill>
                <a:latin typeface="Arial Black" panose="020B0A04020102020204" pitchFamily="34" charset="0"/>
              </a:rPr>
              <a:t>ВЫБОР ИНСТРУМЕНТА </a:t>
            </a:r>
            <a:r>
              <a:rPr lang="ru-RU" sz="3200" dirty="0">
                <a:solidFill>
                  <a:srgbClr val="A30236"/>
                </a:solidFill>
                <a:latin typeface="Arial Black" panose="020B0A04020102020204" pitchFamily="34" charset="0"/>
              </a:rPr>
              <a:t>СОЗДАНИЯ ДИАГРАММ </a:t>
            </a:r>
            <a:r>
              <a:rPr lang="en-US" sz="3200" dirty="0">
                <a:solidFill>
                  <a:srgbClr val="A30236"/>
                </a:solidFill>
                <a:latin typeface="Arial Black" panose="020B0A04020102020204" pitchFamily="34" charset="0"/>
              </a:rPr>
              <a:t>BPMN </a:t>
            </a:r>
            <a:endParaRPr lang="ru-RU" sz="3200" dirty="0">
              <a:solidFill>
                <a:srgbClr val="A30236"/>
              </a:solidFill>
              <a:latin typeface="Arial Black" panose="020B0A04020102020204" pitchFamily="34" charset="0"/>
            </a:endParaRPr>
          </a:p>
          <a:p>
            <a:r>
              <a:rPr lang="ru-RU" sz="3200" b="1" dirty="0">
                <a:solidFill>
                  <a:srgbClr val="A30236"/>
                </a:solidFill>
                <a:latin typeface="Arial Black" panose="020B0A04020102020204" pitchFamily="34" charset="0"/>
              </a:rPr>
              <a:t>И ОПИСАНИЕ</a:t>
            </a:r>
          </a:p>
          <a:p>
            <a:r>
              <a:rPr lang="ru-RU" sz="3200" b="1" dirty="0">
                <a:solidFill>
                  <a:srgbClr val="A30236"/>
                </a:solidFill>
                <a:latin typeface="Arial Black" panose="020B0A04020102020204" pitchFamily="34" charset="0"/>
              </a:rPr>
              <a:t>ПРОЦЕССА</a:t>
            </a:r>
          </a:p>
        </p:txBody>
      </p:sp>
      <p:pic>
        <p:nvPicPr>
          <p:cNvPr id="8" name="Рисунок 7">
            <a:extLst>
              <a:ext uri="{FF2B5EF4-FFF2-40B4-BE49-F238E27FC236}">
                <a16:creationId xmlns:a16="http://schemas.microsoft.com/office/drawing/2014/main" id="{41C07CDA-86F3-292F-9733-FD3AA69369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89754" y="762796"/>
            <a:ext cx="6176829" cy="6069804"/>
          </a:xfrm>
          <a:prstGeom prst="rect">
            <a:avLst/>
          </a:prstGeom>
        </p:spPr>
      </p:pic>
      <p:sp>
        <p:nvSpPr>
          <p:cNvPr id="10" name="TextBox 9">
            <a:extLst>
              <a:ext uri="{FF2B5EF4-FFF2-40B4-BE49-F238E27FC236}">
                <a16:creationId xmlns:a16="http://schemas.microsoft.com/office/drawing/2014/main" id="{D5064BF2-EA36-505E-A3BB-3286AF17454D}"/>
              </a:ext>
            </a:extLst>
          </p:cNvPr>
          <p:cNvSpPr txBox="1"/>
          <p:nvPr/>
        </p:nvSpPr>
        <p:spPr>
          <a:xfrm>
            <a:off x="226142" y="2200774"/>
            <a:ext cx="4803059" cy="42473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ru-RU" dirty="0"/>
              <a:t>Для создания диаграммы процесса работы с товарной накладной выбрали бесплатный онлайн-инструмент </a:t>
            </a:r>
            <a:r>
              <a:rPr lang="en-US" dirty="0"/>
              <a:t>draw.io</a:t>
            </a:r>
            <a:r>
              <a:rPr lang="ru-RU" dirty="0"/>
              <a:t>. Этот выбор обусловлен его простым интерфейсом и тем, что он не требует установки .</a:t>
            </a:r>
          </a:p>
          <a:p>
            <a:pPr algn="just"/>
            <a:endParaRPr lang="ru-RU" dirty="0"/>
          </a:p>
          <a:p>
            <a:pPr algn="just"/>
            <a:r>
              <a:rPr lang="ru-RU" dirty="0"/>
              <a:t>Описание процесса "Работа с товарной накладной (ТОРГ-12)" в нотации BPMN 2.0</a:t>
            </a:r>
          </a:p>
          <a:p>
            <a:pPr algn="just"/>
            <a:r>
              <a:rPr lang="ru-RU" dirty="0"/>
              <a:t>На диаграмме представлен процесс от момента получения заказа до завершения сделки. Процесс разбит на три пула (участника): “Компания покупатель", "Система учета (1С/ERP)" и «Компания поставщик".</a:t>
            </a:r>
            <a:endParaRPr lang="en-US" dirty="0"/>
          </a:p>
        </p:txBody>
      </p:sp>
      <p:sp>
        <p:nvSpPr>
          <p:cNvPr id="11" name="Текст. поле 2">
            <a:extLst>
              <a:ext uri="{FF2B5EF4-FFF2-40B4-BE49-F238E27FC236}">
                <a16:creationId xmlns:a16="http://schemas.microsoft.com/office/drawing/2014/main" id="{7C616961-83D3-ED56-350F-A9F096736F5C}"/>
              </a:ext>
            </a:extLst>
          </p:cNvPr>
          <p:cNvSpPr txBox="1"/>
          <p:nvPr/>
        </p:nvSpPr>
        <p:spPr>
          <a:xfrm>
            <a:off x="226142" y="220690"/>
            <a:ext cx="663960" cy="461665"/>
          </a:xfrm>
          <a:prstGeom prst="rect">
            <a:avLst/>
          </a:prstGeom>
          <a:noFill/>
        </p:spPr>
        <p:txBody>
          <a:bodyPr wrap="square" rtlCol="0">
            <a:spAutoFit/>
          </a:bodyPr>
          <a:lstStyle/>
          <a:p>
            <a:r>
              <a:rPr lang="ru-RU" sz="2400"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rPr>
              <a:t>13</a:t>
            </a:r>
            <a:endParaRPr lang="en-US"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endParaRPr>
          </a:p>
        </p:txBody>
      </p:sp>
      <p:sp>
        <p:nvSpPr>
          <p:cNvPr id="12" name="Управляющая кнопка: &quot;Вперед&quot; или &quot;Следующий&quot; 11">
            <a:hlinkClick r:id="" action="ppaction://hlinkshowjump?jump=nextslide" highlightClick="1"/>
            <a:extLst>
              <a:ext uri="{FF2B5EF4-FFF2-40B4-BE49-F238E27FC236}">
                <a16:creationId xmlns:a16="http://schemas.microsoft.com/office/drawing/2014/main" id="{1AE25643-A5B6-2EB3-35CB-48D3565C2B1D}"/>
              </a:ext>
            </a:extLst>
          </p:cNvPr>
          <p:cNvSpPr/>
          <p:nvPr/>
        </p:nvSpPr>
        <p:spPr>
          <a:xfrm>
            <a:off x="11843491" y="6174710"/>
            <a:ext cx="593402" cy="610798"/>
          </a:xfrm>
          <a:prstGeom prst="actionButtonForwardNext">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3" name="Управляющая кнопка: &quot;На главную&quot; 12">
            <a:hlinkClick r:id="rId4" action="ppaction://hlinksldjump" highlightClick="1"/>
            <a:extLst>
              <a:ext uri="{FF2B5EF4-FFF2-40B4-BE49-F238E27FC236}">
                <a16:creationId xmlns:a16="http://schemas.microsoft.com/office/drawing/2014/main" id="{6B0312BD-ED28-77E0-6285-E7E34DDD2374}"/>
              </a:ext>
            </a:extLst>
          </p:cNvPr>
          <p:cNvSpPr/>
          <p:nvPr/>
        </p:nvSpPr>
        <p:spPr>
          <a:xfrm>
            <a:off x="11130117" y="6174710"/>
            <a:ext cx="593402" cy="610798"/>
          </a:xfrm>
          <a:prstGeom prst="actionButtonHome">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4" name="Управляющая кнопка: &quot;Назад&quot; или &quot;Предыдущий&quot; 13">
            <a:hlinkClick r:id="" action="ppaction://hlinkshowjump?jump=previousslide" highlightClick="1"/>
            <a:extLst>
              <a:ext uri="{FF2B5EF4-FFF2-40B4-BE49-F238E27FC236}">
                <a16:creationId xmlns:a16="http://schemas.microsoft.com/office/drawing/2014/main" id="{489A9810-5DBD-1CAF-11BE-1B2A45BB6D45}"/>
              </a:ext>
            </a:extLst>
          </p:cNvPr>
          <p:cNvSpPr/>
          <p:nvPr/>
        </p:nvSpPr>
        <p:spPr>
          <a:xfrm>
            <a:off x="10456071" y="6174710"/>
            <a:ext cx="593402" cy="610798"/>
          </a:xfrm>
          <a:prstGeom prst="actionButtonBackPrevious">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572A1-6371-4D18-4CF8-99419AA59A18}"/>
            </a:ext>
          </a:extLst>
        </p:cNvPr>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D68D9A22-0257-6EFD-CD4E-15D66391EBB1}"/>
              </a:ext>
            </a:extLst>
          </p:cNvPr>
          <p:cNvSpPr/>
          <p:nvPr/>
        </p:nvSpPr>
        <p:spPr>
          <a:xfrm>
            <a:off x="517107" y="6408741"/>
            <a:ext cx="593402" cy="288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Текст. поле 2">
            <a:extLst>
              <a:ext uri="{FF2B5EF4-FFF2-40B4-BE49-F238E27FC236}">
                <a16:creationId xmlns:a16="http://schemas.microsoft.com/office/drawing/2014/main" id="{0D1BEDC5-2306-A783-94E9-4626FCFB22EA}"/>
              </a:ext>
            </a:extLst>
          </p:cNvPr>
          <p:cNvSpPr txBox="1"/>
          <p:nvPr/>
        </p:nvSpPr>
        <p:spPr>
          <a:xfrm>
            <a:off x="991829" y="178021"/>
            <a:ext cx="9617177" cy="1077218"/>
          </a:xfrm>
          <a:prstGeom prst="rect">
            <a:avLst/>
          </a:prstGeom>
          <a:noFill/>
        </p:spPr>
        <p:txBody>
          <a:bodyPr wrap="square" rtlCol="0">
            <a:spAutoFit/>
          </a:bodyPr>
          <a:lstStyle/>
          <a:p>
            <a:r>
              <a:rPr lang="ru-RU" sz="3200" dirty="0">
                <a:solidFill>
                  <a:srgbClr val="A30236"/>
                </a:solidFill>
                <a:latin typeface="Arial Black" panose="020B0A04020102020204" pitchFamily="34" charset="0"/>
              </a:rPr>
              <a:t>СОЗДАТЬ СООТВЕТСТВУЮЩУЮ БАЗУ ДАННЫХ </a:t>
            </a:r>
            <a:endParaRPr lang="en-US" sz="3200" dirty="0">
              <a:solidFill>
                <a:srgbClr val="A30236"/>
              </a:solidFill>
              <a:latin typeface="Arial Black" panose="020B0A04020102020204" pitchFamily="34" charset="0"/>
              <a:ea typeface="Arial Black" panose="020B0A04020102020204" pitchFamily="34" charset="0"/>
              <a:cs typeface="Arial Black" panose="020B0A04020102020204" pitchFamily="34" charset="0"/>
            </a:endParaRPr>
          </a:p>
        </p:txBody>
      </p:sp>
      <p:sp>
        <p:nvSpPr>
          <p:cNvPr id="4" name="Текст. поле 2">
            <a:extLst>
              <a:ext uri="{FF2B5EF4-FFF2-40B4-BE49-F238E27FC236}">
                <a16:creationId xmlns:a16="http://schemas.microsoft.com/office/drawing/2014/main" id="{A8AD09F1-35F1-02C6-7C2C-F5452039CD1A}"/>
              </a:ext>
            </a:extLst>
          </p:cNvPr>
          <p:cNvSpPr txBox="1"/>
          <p:nvPr/>
        </p:nvSpPr>
        <p:spPr>
          <a:xfrm>
            <a:off x="226142" y="220690"/>
            <a:ext cx="663960" cy="461665"/>
          </a:xfrm>
          <a:prstGeom prst="rect">
            <a:avLst/>
          </a:prstGeom>
          <a:noFill/>
        </p:spPr>
        <p:txBody>
          <a:bodyPr wrap="square" rtlCol="0">
            <a:spAutoFit/>
          </a:bodyPr>
          <a:lstStyle/>
          <a:p>
            <a:r>
              <a:rPr lang="ru-RU" sz="2400"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rPr>
              <a:t>14</a:t>
            </a:r>
            <a:endParaRPr lang="en-US"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endParaRPr>
          </a:p>
        </p:txBody>
      </p:sp>
      <p:sp>
        <p:nvSpPr>
          <p:cNvPr id="6" name="TextBox 5">
            <a:extLst>
              <a:ext uri="{FF2B5EF4-FFF2-40B4-BE49-F238E27FC236}">
                <a16:creationId xmlns:a16="http://schemas.microsoft.com/office/drawing/2014/main" id="{FA4D97A1-4C66-32DF-7260-47CA145C6839}"/>
              </a:ext>
            </a:extLst>
          </p:cNvPr>
          <p:cNvSpPr txBox="1"/>
          <p:nvPr/>
        </p:nvSpPr>
        <p:spPr>
          <a:xfrm>
            <a:off x="226142" y="1177101"/>
            <a:ext cx="6479458"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b="1" dirty="0"/>
              <a:t>Концептуальная модель (сущности и связи)</a:t>
            </a:r>
            <a:endParaRPr lang="en-US" b="1" dirty="0"/>
          </a:p>
        </p:txBody>
      </p:sp>
      <p:sp>
        <p:nvSpPr>
          <p:cNvPr id="8" name="TextBox 7">
            <a:extLst>
              <a:ext uri="{FF2B5EF4-FFF2-40B4-BE49-F238E27FC236}">
                <a16:creationId xmlns:a16="http://schemas.microsoft.com/office/drawing/2014/main" id="{9B0AC0D0-2791-1C28-BAA9-6E9708AC6FEC}"/>
              </a:ext>
            </a:extLst>
          </p:cNvPr>
          <p:cNvSpPr txBox="1"/>
          <p:nvPr/>
        </p:nvSpPr>
        <p:spPr>
          <a:xfrm>
            <a:off x="226142" y="1546433"/>
            <a:ext cx="6941574" cy="42473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dirty="0">
                <a:solidFill>
                  <a:schemeClr val="tx1"/>
                </a:solidFill>
              </a:rPr>
              <a:t>На этом этапе мы определяем основные объекты предметной области и связи между ними, не привязываясь к конкретной СУБД .</a:t>
            </a:r>
          </a:p>
          <a:p>
            <a:endParaRPr lang="ru-RU" dirty="0">
              <a:solidFill>
                <a:schemeClr val="tx1"/>
              </a:solidFill>
            </a:endParaRPr>
          </a:p>
          <a:p>
            <a:r>
              <a:rPr lang="ru-RU" b="1" u="sng" dirty="0">
                <a:solidFill>
                  <a:schemeClr val="tx1"/>
                </a:solidFill>
              </a:rPr>
              <a:t>Сущности: </a:t>
            </a:r>
            <a:r>
              <a:rPr lang="ru-RU" dirty="0">
                <a:solidFill>
                  <a:schemeClr val="tx1"/>
                </a:solidFill>
              </a:rPr>
              <a:t>Поставщик, Покупатель, Накладная, Товар.</a:t>
            </a:r>
          </a:p>
          <a:p>
            <a:endParaRPr lang="ru-RU" dirty="0">
              <a:solidFill>
                <a:schemeClr val="tx1"/>
              </a:solidFill>
            </a:endParaRPr>
          </a:p>
          <a:p>
            <a:r>
              <a:rPr lang="ru-RU" b="1" u="sng" dirty="0">
                <a:solidFill>
                  <a:schemeClr val="tx1"/>
                </a:solidFill>
              </a:rPr>
              <a:t>Связи:</a:t>
            </a:r>
          </a:p>
          <a:p>
            <a:endParaRPr lang="ru-RU" dirty="0">
              <a:solidFill>
                <a:schemeClr val="tx1"/>
              </a:solidFill>
            </a:endParaRPr>
          </a:p>
          <a:p>
            <a:r>
              <a:rPr lang="ru-RU" dirty="0">
                <a:solidFill>
                  <a:schemeClr val="tx1"/>
                </a:solidFill>
              </a:rPr>
              <a:t>Один Поставщик может выставить много Накладных. (1 : N)</a:t>
            </a:r>
          </a:p>
          <a:p>
            <a:endParaRPr lang="ru-RU" dirty="0">
              <a:solidFill>
                <a:schemeClr val="tx1"/>
              </a:solidFill>
            </a:endParaRPr>
          </a:p>
          <a:p>
            <a:r>
              <a:rPr lang="ru-RU" dirty="0">
                <a:solidFill>
                  <a:schemeClr val="tx1"/>
                </a:solidFill>
              </a:rPr>
              <a:t>Один Покупатель может получить много Накладных. (1 : N)</a:t>
            </a:r>
          </a:p>
          <a:p>
            <a:endParaRPr lang="ru-RU" dirty="0">
              <a:solidFill>
                <a:schemeClr val="tx1"/>
              </a:solidFill>
            </a:endParaRPr>
          </a:p>
          <a:p>
            <a:r>
              <a:rPr lang="ru-RU" dirty="0">
                <a:solidFill>
                  <a:schemeClr val="tx1"/>
                </a:solidFill>
              </a:rPr>
              <a:t>Одна Накладная содержит много Товаров, и один и тот же Товар может быть в разных накладных. Это связь многие ко многим (M : N), которая требует отдельной сущности.</a:t>
            </a:r>
            <a:endParaRPr lang="en-US" dirty="0">
              <a:solidFill>
                <a:schemeClr val="tx1"/>
              </a:solidFill>
            </a:endParaRPr>
          </a:p>
        </p:txBody>
      </p:sp>
      <p:pic>
        <p:nvPicPr>
          <p:cNvPr id="10" name="Рисунок 9">
            <a:extLst>
              <a:ext uri="{FF2B5EF4-FFF2-40B4-BE49-F238E27FC236}">
                <a16:creationId xmlns:a16="http://schemas.microsoft.com/office/drawing/2014/main" id="{1859E554-38CB-1DB2-58DC-1A15ABEF19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71287" y="1101328"/>
            <a:ext cx="4973909" cy="5137525"/>
          </a:xfrm>
          <a:prstGeom prst="rect">
            <a:avLst/>
          </a:prstGeom>
        </p:spPr>
      </p:pic>
      <p:sp>
        <p:nvSpPr>
          <p:cNvPr id="11" name="Управляющая кнопка: &quot;Вперед&quot; или &quot;Следующий&quot; 10">
            <a:hlinkClick r:id="" action="ppaction://hlinkshowjump?jump=nextslide" highlightClick="1"/>
            <a:extLst>
              <a:ext uri="{FF2B5EF4-FFF2-40B4-BE49-F238E27FC236}">
                <a16:creationId xmlns:a16="http://schemas.microsoft.com/office/drawing/2014/main" id="{15087E1C-7924-BC7B-42D0-2DA36ACEF581}"/>
              </a:ext>
            </a:extLst>
          </p:cNvPr>
          <p:cNvSpPr/>
          <p:nvPr/>
        </p:nvSpPr>
        <p:spPr>
          <a:xfrm>
            <a:off x="11843491" y="6174710"/>
            <a:ext cx="593402" cy="610798"/>
          </a:xfrm>
          <a:prstGeom prst="actionButtonForwardNext">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2" name="Управляющая кнопка: &quot;На главную&quot; 11">
            <a:hlinkClick r:id="rId4" action="ppaction://hlinksldjump" highlightClick="1"/>
            <a:extLst>
              <a:ext uri="{FF2B5EF4-FFF2-40B4-BE49-F238E27FC236}">
                <a16:creationId xmlns:a16="http://schemas.microsoft.com/office/drawing/2014/main" id="{DEBEF3D4-65CB-4936-E85F-AF862CF9C779}"/>
              </a:ext>
            </a:extLst>
          </p:cNvPr>
          <p:cNvSpPr/>
          <p:nvPr/>
        </p:nvSpPr>
        <p:spPr>
          <a:xfrm>
            <a:off x="11130117" y="6174710"/>
            <a:ext cx="593402" cy="610798"/>
          </a:xfrm>
          <a:prstGeom prst="actionButtonHome">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3" name="Управляющая кнопка: &quot;Назад&quot; или &quot;Предыдущий&quot; 12">
            <a:hlinkClick r:id="" action="ppaction://hlinkshowjump?jump=previousslide" highlightClick="1"/>
            <a:extLst>
              <a:ext uri="{FF2B5EF4-FFF2-40B4-BE49-F238E27FC236}">
                <a16:creationId xmlns:a16="http://schemas.microsoft.com/office/drawing/2014/main" id="{1742FCB2-F18C-FD16-99C2-75CD142B70D4}"/>
              </a:ext>
            </a:extLst>
          </p:cNvPr>
          <p:cNvSpPr/>
          <p:nvPr/>
        </p:nvSpPr>
        <p:spPr>
          <a:xfrm>
            <a:off x="10456071" y="6174710"/>
            <a:ext cx="593402" cy="610798"/>
          </a:xfrm>
          <a:prstGeom prst="actionButtonBackPrevious">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216394429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CE59-8B81-E1F8-DF1F-4287F015441E}"/>
            </a:ext>
          </a:extLst>
        </p:cNvPr>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69A2C209-47B2-AD01-10E1-954CA771D74A}"/>
              </a:ext>
            </a:extLst>
          </p:cNvPr>
          <p:cNvSpPr/>
          <p:nvPr/>
        </p:nvSpPr>
        <p:spPr>
          <a:xfrm>
            <a:off x="517107" y="6408741"/>
            <a:ext cx="593402" cy="288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Текст. поле 2">
            <a:extLst>
              <a:ext uri="{FF2B5EF4-FFF2-40B4-BE49-F238E27FC236}">
                <a16:creationId xmlns:a16="http://schemas.microsoft.com/office/drawing/2014/main" id="{E8DE8966-EBE0-AF87-D495-AAB886984FA4}"/>
              </a:ext>
            </a:extLst>
          </p:cNvPr>
          <p:cNvSpPr txBox="1"/>
          <p:nvPr/>
        </p:nvSpPr>
        <p:spPr>
          <a:xfrm>
            <a:off x="991829" y="178021"/>
            <a:ext cx="9617177" cy="1077218"/>
          </a:xfrm>
          <a:prstGeom prst="rect">
            <a:avLst/>
          </a:prstGeom>
          <a:noFill/>
        </p:spPr>
        <p:txBody>
          <a:bodyPr wrap="square" rtlCol="0">
            <a:spAutoFit/>
          </a:bodyPr>
          <a:lstStyle/>
          <a:p>
            <a:r>
              <a:rPr lang="ru-RU" sz="3200" dirty="0">
                <a:solidFill>
                  <a:srgbClr val="A30236"/>
                </a:solidFill>
                <a:latin typeface="Arial Black" panose="020B0A04020102020204" pitchFamily="34" charset="0"/>
              </a:rPr>
              <a:t>СОЗДАТЬ СООТВЕТСТВУЮЩУЮ БАЗУ ДАННЫХ </a:t>
            </a:r>
            <a:endParaRPr lang="en-US" sz="3200" dirty="0">
              <a:solidFill>
                <a:srgbClr val="A30236"/>
              </a:solidFill>
              <a:latin typeface="Arial Black" panose="020B0A04020102020204" pitchFamily="34" charset="0"/>
              <a:ea typeface="Arial Black" panose="020B0A04020102020204" pitchFamily="34" charset="0"/>
              <a:cs typeface="Arial Black" panose="020B0A04020102020204" pitchFamily="34" charset="0"/>
            </a:endParaRPr>
          </a:p>
        </p:txBody>
      </p:sp>
      <p:sp>
        <p:nvSpPr>
          <p:cNvPr id="4" name="Текст. поле 2">
            <a:extLst>
              <a:ext uri="{FF2B5EF4-FFF2-40B4-BE49-F238E27FC236}">
                <a16:creationId xmlns:a16="http://schemas.microsoft.com/office/drawing/2014/main" id="{1E726A73-5207-1BEF-752C-0B6AAEB44E84}"/>
              </a:ext>
            </a:extLst>
          </p:cNvPr>
          <p:cNvSpPr txBox="1"/>
          <p:nvPr/>
        </p:nvSpPr>
        <p:spPr>
          <a:xfrm>
            <a:off x="226142" y="220690"/>
            <a:ext cx="663960" cy="461665"/>
          </a:xfrm>
          <a:prstGeom prst="rect">
            <a:avLst/>
          </a:prstGeom>
          <a:noFill/>
        </p:spPr>
        <p:txBody>
          <a:bodyPr wrap="square" rtlCol="0">
            <a:spAutoFit/>
          </a:bodyPr>
          <a:lstStyle/>
          <a:p>
            <a:r>
              <a:rPr lang="ru-RU" sz="2400"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rPr>
              <a:t>15</a:t>
            </a:r>
            <a:endParaRPr lang="en-US"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endParaRPr>
          </a:p>
        </p:txBody>
      </p:sp>
      <p:sp>
        <p:nvSpPr>
          <p:cNvPr id="11" name="TextBox 10">
            <a:extLst>
              <a:ext uri="{FF2B5EF4-FFF2-40B4-BE49-F238E27FC236}">
                <a16:creationId xmlns:a16="http://schemas.microsoft.com/office/drawing/2014/main" id="{E377DD3C-8C2F-3EDD-165A-93EAC5EB68C6}"/>
              </a:ext>
            </a:extLst>
          </p:cNvPr>
          <p:cNvSpPr txBox="1"/>
          <p:nvPr/>
        </p:nvSpPr>
        <p:spPr>
          <a:xfrm>
            <a:off x="226142" y="1149231"/>
            <a:ext cx="6479458"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b="1" dirty="0"/>
              <a:t>Логическая модель (детализация атрибутов и ключей)</a:t>
            </a:r>
            <a:endParaRPr lang="en-US" b="1" dirty="0"/>
          </a:p>
        </p:txBody>
      </p:sp>
      <p:sp>
        <p:nvSpPr>
          <p:cNvPr id="13" name="TextBox 12">
            <a:extLst>
              <a:ext uri="{FF2B5EF4-FFF2-40B4-BE49-F238E27FC236}">
                <a16:creationId xmlns:a16="http://schemas.microsoft.com/office/drawing/2014/main" id="{BEDEAAA5-9BF5-69FD-1AC0-BE369F1D9903}"/>
              </a:ext>
            </a:extLst>
          </p:cNvPr>
          <p:cNvSpPr txBox="1"/>
          <p:nvPr/>
        </p:nvSpPr>
        <p:spPr>
          <a:xfrm>
            <a:off x="226142" y="1441263"/>
            <a:ext cx="6479458" cy="452431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dirty="0"/>
              <a:t>На этом этапе мы уточняем все атрибуты, определяем первичные и внешние ключи. Связь "многие ко многим" между накладной и товаром реализована через промежуточную таблицу </a:t>
            </a:r>
            <a:r>
              <a:rPr lang="ru-RU" dirty="0" err="1"/>
              <a:t>СтрокиНакладной</a:t>
            </a:r>
            <a:r>
              <a:rPr lang="ru-RU" dirty="0"/>
              <a:t> .</a:t>
            </a:r>
          </a:p>
          <a:p>
            <a:endParaRPr lang="ru-RU" dirty="0"/>
          </a:p>
          <a:p>
            <a:r>
              <a:rPr lang="ru-RU" b="1" dirty="0"/>
              <a:t>Список таблиц и их атрибутов:</a:t>
            </a:r>
          </a:p>
          <a:p>
            <a:pPr algn="ctr"/>
            <a:r>
              <a:rPr lang="ru-RU" b="1" i="1" dirty="0"/>
              <a:t>Поставщики</a:t>
            </a:r>
          </a:p>
          <a:p>
            <a:r>
              <a:rPr lang="ru-RU" dirty="0" err="1"/>
              <a:t>ID_Поставщика</a:t>
            </a:r>
            <a:r>
              <a:rPr lang="ru-RU" dirty="0"/>
              <a:t> (INT, PRIMARY KEY) — уникальный идентификатор.</a:t>
            </a:r>
          </a:p>
          <a:p>
            <a:r>
              <a:rPr lang="ru-RU" dirty="0"/>
              <a:t>Наименование (VARCHAR(255)) — полное название организации.</a:t>
            </a:r>
          </a:p>
          <a:p>
            <a:r>
              <a:rPr lang="ru-RU" dirty="0"/>
              <a:t>ИНН (VARCHAR(12)) — идентификационный номер налогоплательщика.</a:t>
            </a:r>
          </a:p>
          <a:p>
            <a:r>
              <a:rPr lang="ru-RU" dirty="0"/>
              <a:t>КПП (VARCHAR(9)) — код причины постановки на учет.</a:t>
            </a:r>
          </a:p>
          <a:p>
            <a:r>
              <a:rPr lang="ru-RU" dirty="0"/>
              <a:t>Адрес (VARCHAR(500)) — юридический адрес.</a:t>
            </a:r>
          </a:p>
          <a:p>
            <a:r>
              <a:rPr lang="ru-RU" dirty="0"/>
              <a:t>Телефон (VARCHAR(20))</a:t>
            </a:r>
          </a:p>
        </p:txBody>
      </p:sp>
      <p:sp>
        <p:nvSpPr>
          <p:cNvPr id="15" name="TextBox 14">
            <a:extLst>
              <a:ext uri="{FF2B5EF4-FFF2-40B4-BE49-F238E27FC236}">
                <a16:creationId xmlns:a16="http://schemas.microsoft.com/office/drawing/2014/main" id="{C3BF408E-074A-278B-BB48-F68E10AE26C0}"/>
              </a:ext>
            </a:extLst>
          </p:cNvPr>
          <p:cNvSpPr txBox="1"/>
          <p:nvPr/>
        </p:nvSpPr>
        <p:spPr>
          <a:xfrm>
            <a:off x="6631858" y="1149231"/>
            <a:ext cx="6479458" cy="53553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ru-RU" b="1" i="1" dirty="0"/>
              <a:t>Покупатели</a:t>
            </a:r>
          </a:p>
          <a:p>
            <a:r>
              <a:rPr lang="en-US" dirty="0"/>
              <a:t>ID_</a:t>
            </a:r>
            <a:r>
              <a:rPr lang="ru-RU" dirty="0"/>
              <a:t>Покупателя (</a:t>
            </a:r>
            <a:r>
              <a:rPr lang="en-US" dirty="0"/>
              <a:t>INT, PRIMARY KEY)</a:t>
            </a:r>
          </a:p>
          <a:p>
            <a:r>
              <a:rPr lang="ru-RU" dirty="0"/>
              <a:t>Наименование (</a:t>
            </a:r>
            <a:r>
              <a:rPr lang="en-US" dirty="0"/>
              <a:t>VARCHAR(255))</a:t>
            </a:r>
          </a:p>
          <a:p>
            <a:r>
              <a:rPr lang="ru-RU" dirty="0"/>
              <a:t>ИНН (</a:t>
            </a:r>
            <a:r>
              <a:rPr lang="en-US" dirty="0"/>
              <a:t>VARCHAR(12))</a:t>
            </a:r>
          </a:p>
          <a:p>
            <a:r>
              <a:rPr lang="ru-RU" dirty="0"/>
              <a:t>КПП (</a:t>
            </a:r>
            <a:r>
              <a:rPr lang="en-US" dirty="0"/>
              <a:t>VARCHAR(9))</a:t>
            </a:r>
          </a:p>
          <a:p>
            <a:r>
              <a:rPr lang="ru-RU" dirty="0"/>
              <a:t>Адрес (</a:t>
            </a:r>
            <a:r>
              <a:rPr lang="en-US" dirty="0"/>
              <a:t>VARCHAR(500))</a:t>
            </a:r>
          </a:p>
          <a:p>
            <a:r>
              <a:rPr lang="ru-RU" dirty="0"/>
              <a:t>Телефон (</a:t>
            </a:r>
            <a:r>
              <a:rPr lang="en-US" dirty="0"/>
              <a:t>VARCHAR(20))</a:t>
            </a:r>
            <a:endParaRPr lang="ru-RU" dirty="0"/>
          </a:p>
          <a:p>
            <a:endParaRPr lang="en-US" dirty="0"/>
          </a:p>
          <a:p>
            <a:pPr algn="ctr"/>
            <a:r>
              <a:rPr lang="ru-RU" b="1" i="1" dirty="0"/>
              <a:t>Накладные</a:t>
            </a:r>
          </a:p>
          <a:p>
            <a:r>
              <a:rPr lang="en-US" dirty="0"/>
              <a:t>ID_</a:t>
            </a:r>
            <a:r>
              <a:rPr lang="ru-RU" dirty="0"/>
              <a:t>Накладной (</a:t>
            </a:r>
            <a:r>
              <a:rPr lang="en-US" dirty="0"/>
              <a:t>INT, PRIMARY KEY)</a:t>
            </a:r>
          </a:p>
          <a:p>
            <a:r>
              <a:rPr lang="ru-RU" dirty="0"/>
              <a:t>Номер (</a:t>
            </a:r>
            <a:r>
              <a:rPr lang="en-US" dirty="0"/>
              <a:t>VARCHAR(50)) — </a:t>
            </a:r>
            <a:r>
              <a:rPr lang="ru-RU" dirty="0"/>
              <a:t>номер документа.</a:t>
            </a:r>
          </a:p>
          <a:p>
            <a:r>
              <a:rPr lang="ru-RU" dirty="0"/>
              <a:t>Дата (</a:t>
            </a:r>
            <a:r>
              <a:rPr lang="en-US" dirty="0"/>
              <a:t>DATE) — </a:t>
            </a:r>
            <a:r>
              <a:rPr lang="ru-RU" dirty="0"/>
              <a:t>дата составления.</a:t>
            </a:r>
          </a:p>
          <a:p>
            <a:r>
              <a:rPr lang="en-US" dirty="0"/>
              <a:t>ID_</a:t>
            </a:r>
            <a:r>
              <a:rPr lang="ru-RU" dirty="0"/>
              <a:t>Поставщика (</a:t>
            </a:r>
            <a:r>
              <a:rPr lang="en-US" dirty="0"/>
              <a:t>INT, FOREIGN KEY REFERENCES </a:t>
            </a:r>
            <a:r>
              <a:rPr lang="ru-RU" dirty="0"/>
              <a:t>Поставщики(</a:t>
            </a:r>
            <a:r>
              <a:rPr lang="en-US" dirty="0"/>
              <a:t>ID_</a:t>
            </a:r>
            <a:r>
              <a:rPr lang="ru-RU" dirty="0"/>
              <a:t>Поставщика))</a:t>
            </a:r>
          </a:p>
          <a:p>
            <a:r>
              <a:rPr lang="en-US" dirty="0"/>
              <a:t>ID_</a:t>
            </a:r>
            <a:r>
              <a:rPr lang="ru-RU" dirty="0"/>
              <a:t>Покупателя (</a:t>
            </a:r>
            <a:r>
              <a:rPr lang="en-US" dirty="0"/>
              <a:t>INT, FOREIGN KEY REFERENCES </a:t>
            </a:r>
            <a:r>
              <a:rPr lang="ru-RU" dirty="0"/>
              <a:t>Покупатели(</a:t>
            </a:r>
            <a:r>
              <a:rPr lang="en-US" dirty="0"/>
              <a:t>ID_</a:t>
            </a:r>
            <a:r>
              <a:rPr lang="ru-RU" dirty="0"/>
              <a:t>Покупателя))</a:t>
            </a:r>
          </a:p>
          <a:p>
            <a:r>
              <a:rPr lang="ru-RU" dirty="0"/>
              <a:t>Основание (</a:t>
            </a:r>
            <a:r>
              <a:rPr lang="en-US" dirty="0"/>
              <a:t>VARCHAR(500)) — </a:t>
            </a:r>
            <a:r>
              <a:rPr lang="ru-RU" dirty="0"/>
              <a:t>например, "Договор №...".</a:t>
            </a:r>
          </a:p>
          <a:p>
            <a:r>
              <a:rPr lang="ru-RU" dirty="0" err="1"/>
              <a:t>Сумма_Итог</a:t>
            </a:r>
            <a:r>
              <a:rPr lang="ru-RU" dirty="0"/>
              <a:t> (</a:t>
            </a:r>
            <a:r>
              <a:rPr lang="en-US" dirty="0"/>
              <a:t>DECIMAL(15,2)) — </a:t>
            </a:r>
            <a:r>
              <a:rPr lang="ru-RU" dirty="0"/>
              <a:t>итоговая сумма по накладной</a:t>
            </a:r>
            <a:endParaRPr lang="en-US" dirty="0"/>
          </a:p>
        </p:txBody>
      </p:sp>
      <p:sp>
        <p:nvSpPr>
          <p:cNvPr id="16" name="Управляющая кнопка: &quot;Вперед&quot; или &quot;Следующий&quot; 15">
            <a:hlinkClick r:id="" action="ppaction://hlinkshowjump?jump=nextslide" highlightClick="1"/>
            <a:extLst>
              <a:ext uri="{FF2B5EF4-FFF2-40B4-BE49-F238E27FC236}">
                <a16:creationId xmlns:a16="http://schemas.microsoft.com/office/drawing/2014/main" id="{8C1CB02F-4012-5341-60D4-1B9A6FEBFCDD}"/>
              </a:ext>
            </a:extLst>
          </p:cNvPr>
          <p:cNvSpPr/>
          <p:nvPr/>
        </p:nvSpPr>
        <p:spPr>
          <a:xfrm>
            <a:off x="11853323" y="6174710"/>
            <a:ext cx="593402" cy="610798"/>
          </a:xfrm>
          <a:prstGeom prst="actionButtonForwardNext">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7" name="Управляющая кнопка: &quot;На главную&quot; 16">
            <a:hlinkClick r:id="rId3" action="ppaction://hlinksldjump" highlightClick="1"/>
            <a:extLst>
              <a:ext uri="{FF2B5EF4-FFF2-40B4-BE49-F238E27FC236}">
                <a16:creationId xmlns:a16="http://schemas.microsoft.com/office/drawing/2014/main" id="{5F9016F7-D88E-8045-1343-C741C1597A7E}"/>
              </a:ext>
            </a:extLst>
          </p:cNvPr>
          <p:cNvSpPr/>
          <p:nvPr/>
        </p:nvSpPr>
        <p:spPr>
          <a:xfrm>
            <a:off x="11130117" y="6174710"/>
            <a:ext cx="593402" cy="610798"/>
          </a:xfrm>
          <a:prstGeom prst="actionButtonHome">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8" name="Управляющая кнопка: &quot;Назад&quot; или &quot;Предыдущий&quot; 17">
            <a:hlinkClick r:id="" action="ppaction://hlinkshowjump?jump=previousslide" highlightClick="1"/>
            <a:extLst>
              <a:ext uri="{FF2B5EF4-FFF2-40B4-BE49-F238E27FC236}">
                <a16:creationId xmlns:a16="http://schemas.microsoft.com/office/drawing/2014/main" id="{17EADCF0-9421-BF6E-990E-371F706C387A}"/>
              </a:ext>
            </a:extLst>
          </p:cNvPr>
          <p:cNvSpPr/>
          <p:nvPr/>
        </p:nvSpPr>
        <p:spPr>
          <a:xfrm>
            <a:off x="10456071" y="6174710"/>
            <a:ext cx="593402" cy="610798"/>
          </a:xfrm>
          <a:prstGeom prst="actionButtonBackPrevious">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41106321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13003-77BD-3601-322F-8B38193955D5}"/>
            </a:ext>
          </a:extLst>
        </p:cNvPr>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D7E27160-B0E0-8ED6-AA41-18B250027B23}"/>
              </a:ext>
            </a:extLst>
          </p:cNvPr>
          <p:cNvSpPr/>
          <p:nvPr/>
        </p:nvSpPr>
        <p:spPr>
          <a:xfrm>
            <a:off x="517107" y="6408741"/>
            <a:ext cx="593402" cy="288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Текст. поле 2">
            <a:extLst>
              <a:ext uri="{FF2B5EF4-FFF2-40B4-BE49-F238E27FC236}">
                <a16:creationId xmlns:a16="http://schemas.microsoft.com/office/drawing/2014/main" id="{1122F994-85D8-9B5F-AFC1-81834962E95F}"/>
              </a:ext>
            </a:extLst>
          </p:cNvPr>
          <p:cNvSpPr txBox="1"/>
          <p:nvPr/>
        </p:nvSpPr>
        <p:spPr>
          <a:xfrm>
            <a:off x="991829" y="178021"/>
            <a:ext cx="9617177" cy="1077218"/>
          </a:xfrm>
          <a:prstGeom prst="rect">
            <a:avLst/>
          </a:prstGeom>
          <a:noFill/>
        </p:spPr>
        <p:txBody>
          <a:bodyPr wrap="square" rtlCol="0">
            <a:spAutoFit/>
          </a:bodyPr>
          <a:lstStyle/>
          <a:p>
            <a:r>
              <a:rPr lang="ru-RU" sz="3200" dirty="0">
                <a:solidFill>
                  <a:srgbClr val="A30236"/>
                </a:solidFill>
                <a:latin typeface="Arial Black" panose="020B0A04020102020204" pitchFamily="34" charset="0"/>
              </a:rPr>
              <a:t>СОЗДАТЬ СООТВЕТСТВУЮЩУЮ БАЗУ ДАННЫХ </a:t>
            </a:r>
            <a:endParaRPr lang="en-US" sz="3200" dirty="0">
              <a:solidFill>
                <a:srgbClr val="A30236"/>
              </a:solidFill>
              <a:latin typeface="Arial Black" panose="020B0A04020102020204" pitchFamily="34" charset="0"/>
              <a:ea typeface="Arial Black" panose="020B0A04020102020204" pitchFamily="34" charset="0"/>
              <a:cs typeface="Arial Black" panose="020B0A04020102020204" pitchFamily="34" charset="0"/>
            </a:endParaRPr>
          </a:p>
        </p:txBody>
      </p:sp>
      <p:sp>
        <p:nvSpPr>
          <p:cNvPr id="4" name="Текст. поле 2">
            <a:extLst>
              <a:ext uri="{FF2B5EF4-FFF2-40B4-BE49-F238E27FC236}">
                <a16:creationId xmlns:a16="http://schemas.microsoft.com/office/drawing/2014/main" id="{C3507E94-089C-DA52-9D53-D13E5183E48A}"/>
              </a:ext>
            </a:extLst>
          </p:cNvPr>
          <p:cNvSpPr txBox="1"/>
          <p:nvPr/>
        </p:nvSpPr>
        <p:spPr>
          <a:xfrm>
            <a:off x="226142" y="220690"/>
            <a:ext cx="663960" cy="461665"/>
          </a:xfrm>
          <a:prstGeom prst="rect">
            <a:avLst/>
          </a:prstGeom>
          <a:noFill/>
        </p:spPr>
        <p:txBody>
          <a:bodyPr wrap="square" rtlCol="0">
            <a:spAutoFit/>
          </a:bodyPr>
          <a:lstStyle/>
          <a:p>
            <a:r>
              <a:rPr lang="ru-RU" sz="2400"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rPr>
              <a:t>16</a:t>
            </a:r>
            <a:endParaRPr lang="en-US"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endParaRPr>
          </a:p>
        </p:txBody>
      </p:sp>
      <p:sp>
        <p:nvSpPr>
          <p:cNvPr id="11" name="TextBox 10">
            <a:extLst>
              <a:ext uri="{FF2B5EF4-FFF2-40B4-BE49-F238E27FC236}">
                <a16:creationId xmlns:a16="http://schemas.microsoft.com/office/drawing/2014/main" id="{79B42C32-43AF-E5CD-5B9E-9253D2BFA547}"/>
              </a:ext>
            </a:extLst>
          </p:cNvPr>
          <p:cNvSpPr txBox="1"/>
          <p:nvPr/>
        </p:nvSpPr>
        <p:spPr>
          <a:xfrm>
            <a:off x="226142" y="1149231"/>
            <a:ext cx="6479458"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b="1" dirty="0"/>
              <a:t>Логическая модель (детализация атрибутов и ключей)</a:t>
            </a:r>
            <a:endParaRPr lang="en-US" b="1" dirty="0"/>
          </a:p>
        </p:txBody>
      </p:sp>
      <p:sp>
        <p:nvSpPr>
          <p:cNvPr id="6" name="TextBox 5">
            <a:extLst>
              <a:ext uri="{FF2B5EF4-FFF2-40B4-BE49-F238E27FC236}">
                <a16:creationId xmlns:a16="http://schemas.microsoft.com/office/drawing/2014/main" id="{3390B5CC-7EFF-50B1-7AE7-61C40B831579}"/>
              </a:ext>
            </a:extLst>
          </p:cNvPr>
          <p:cNvSpPr txBox="1"/>
          <p:nvPr/>
        </p:nvSpPr>
        <p:spPr>
          <a:xfrm>
            <a:off x="226142" y="1722115"/>
            <a:ext cx="5909187" cy="25853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ru-RU" b="1" i="1" dirty="0"/>
              <a:t>Товары</a:t>
            </a:r>
          </a:p>
          <a:p>
            <a:pPr algn="ctr"/>
            <a:endParaRPr lang="ru-RU" b="1" i="1" dirty="0"/>
          </a:p>
          <a:p>
            <a:r>
              <a:rPr lang="en-US" dirty="0"/>
              <a:t>ID_</a:t>
            </a:r>
            <a:r>
              <a:rPr lang="ru-RU" dirty="0"/>
              <a:t>Товара (</a:t>
            </a:r>
            <a:r>
              <a:rPr lang="en-US" dirty="0"/>
              <a:t>INT, PRIMARY KEY)</a:t>
            </a:r>
          </a:p>
          <a:p>
            <a:r>
              <a:rPr lang="ru-RU" dirty="0"/>
              <a:t>Артикул (</a:t>
            </a:r>
            <a:r>
              <a:rPr lang="en-US" dirty="0"/>
              <a:t>VARCHAR(100)) — </a:t>
            </a:r>
            <a:r>
              <a:rPr lang="ru-RU" dirty="0"/>
              <a:t>внутренний код товара.</a:t>
            </a:r>
          </a:p>
          <a:p>
            <a:r>
              <a:rPr lang="ru-RU" dirty="0"/>
              <a:t>Наименование (</a:t>
            </a:r>
            <a:r>
              <a:rPr lang="en-US" dirty="0"/>
              <a:t>VARCHAR(500))</a:t>
            </a:r>
          </a:p>
          <a:p>
            <a:r>
              <a:rPr lang="ru-RU" dirty="0" err="1"/>
              <a:t>ЕдиницаИзмерения</a:t>
            </a:r>
            <a:r>
              <a:rPr lang="ru-RU" dirty="0"/>
              <a:t> (</a:t>
            </a:r>
            <a:r>
              <a:rPr lang="en-US" dirty="0"/>
              <a:t>VARCHAR(20)) — </a:t>
            </a:r>
            <a:r>
              <a:rPr lang="ru-RU" dirty="0"/>
              <a:t>например, "</a:t>
            </a:r>
            <a:r>
              <a:rPr lang="ru-RU" dirty="0" err="1"/>
              <a:t>шт</a:t>
            </a:r>
            <a:r>
              <a:rPr lang="ru-RU" dirty="0"/>
              <a:t>", "кг".</a:t>
            </a:r>
          </a:p>
          <a:p>
            <a:r>
              <a:rPr lang="ru-RU" dirty="0" err="1"/>
              <a:t>Ставка_НДС</a:t>
            </a:r>
            <a:r>
              <a:rPr lang="ru-RU" dirty="0"/>
              <a:t> (</a:t>
            </a:r>
            <a:r>
              <a:rPr lang="en-US" dirty="0"/>
              <a:t>DECIMAL(5,2)) — </a:t>
            </a:r>
            <a:r>
              <a:rPr lang="ru-RU" dirty="0"/>
              <a:t>стандартная ставка НДС для товара (в процентах).</a:t>
            </a:r>
            <a:endParaRPr lang="en-US" dirty="0"/>
          </a:p>
        </p:txBody>
      </p:sp>
      <p:sp>
        <p:nvSpPr>
          <p:cNvPr id="8" name="TextBox 7">
            <a:extLst>
              <a:ext uri="{FF2B5EF4-FFF2-40B4-BE49-F238E27FC236}">
                <a16:creationId xmlns:a16="http://schemas.microsoft.com/office/drawing/2014/main" id="{FFEF927E-490D-9415-0650-980073118734}"/>
              </a:ext>
            </a:extLst>
          </p:cNvPr>
          <p:cNvSpPr txBox="1"/>
          <p:nvPr/>
        </p:nvSpPr>
        <p:spPr>
          <a:xfrm>
            <a:off x="6548284" y="1722115"/>
            <a:ext cx="5909187" cy="36933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ru-RU" b="1" i="1" dirty="0" err="1"/>
              <a:t>СтрокиНакладной</a:t>
            </a:r>
            <a:endParaRPr lang="ru-RU" b="1" i="1" dirty="0"/>
          </a:p>
          <a:p>
            <a:endParaRPr lang="ru-RU" dirty="0"/>
          </a:p>
          <a:p>
            <a:r>
              <a:rPr lang="en-US" dirty="0"/>
              <a:t>ID_</a:t>
            </a:r>
            <a:r>
              <a:rPr lang="ru-RU" dirty="0"/>
              <a:t>Записи (</a:t>
            </a:r>
            <a:r>
              <a:rPr lang="en-US" dirty="0"/>
              <a:t>INT, PRIMARY KEY)</a:t>
            </a:r>
            <a:endParaRPr lang="ru-RU" dirty="0"/>
          </a:p>
          <a:p>
            <a:r>
              <a:rPr lang="en-US" dirty="0"/>
              <a:t>ID_</a:t>
            </a:r>
            <a:r>
              <a:rPr lang="ru-RU" dirty="0"/>
              <a:t>Накладной (</a:t>
            </a:r>
            <a:r>
              <a:rPr lang="en-US" dirty="0"/>
              <a:t>INT, FOREIGN KEY REFERENCES </a:t>
            </a:r>
            <a:r>
              <a:rPr lang="ru-RU" dirty="0"/>
              <a:t>Накладные(</a:t>
            </a:r>
            <a:r>
              <a:rPr lang="en-US" dirty="0"/>
              <a:t>ID_</a:t>
            </a:r>
            <a:r>
              <a:rPr lang="ru-RU" dirty="0"/>
              <a:t>Накладной))</a:t>
            </a:r>
          </a:p>
          <a:p>
            <a:r>
              <a:rPr lang="en-US" dirty="0"/>
              <a:t>ID_</a:t>
            </a:r>
            <a:r>
              <a:rPr lang="ru-RU" dirty="0"/>
              <a:t>Товара (</a:t>
            </a:r>
            <a:r>
              <a:rPr lang="en-US" dirty="0"/>
              <a:t>INT, FOREIGN KEY REFERENCES </a:t>
            </a:r>
            <a:r>
              <a:rPr lang="ru-RU" dirty="0"/>
              <a:t>Товары(</a:t>
            </a:r>
            <a:r>
              <a:rPr lang="en-US" dirty="0"/>
              <a:t>ID_</a:t>
            </a:r>
            <a:r>
              <a:rPr lang="ru-RU" dirty="0"/>
              <a:t>Товара))</a:t>
            </a:r>
          </a:p>
          <a:p>
            <a:r>
              <a:rPr lang="ru-RU" dirty="0"/>
              <a:t>Количество (</a:t>
            </a:r>
            <a:r>
              <a:rPr lang="en-US" dirty="0"/>
              <a:t>DECIMAL(15,3))</a:t>
            </a:r>
          </a:p>
          <a:p>
            <a:r>
              <a:rPr lang="ru-RU" dirty="0"/>
              <a:t>Цена (</a:t>
            </a:r>
            <a:r>
              <a:rPr lang="en-US" dirty="0"/>
              <a:t>DECIMAL(15,2))</a:t>
            </a:r>
          </a:p>
          <a:p>
            <a:r>
              <a:rPr lang="ru-RU" dirty="0" err="1"/>
              <a:t>Сумма_Без_НДС</a:t>
            </a:r>
            <a:r>
              <a:rPr lang="ru-RU" dirty="0"/>
              <a:t> (</a:t>
            </a:r>
            <a:r>
              <a:rPr lang="en-US" dirty="0"/>
              <a:t>DECIMAL(15,2)) — </a:t>
            </a:r>
            <a:r>
              <a:rPr lang="ru-RU" dirty="0"/>
              <a:t>вычисляемое поле (Количество * Цена).</a:t>
            </a:r>
          </a:p>
          <a:p>
            <a:r>
              <a:rPr lang="ru-RU" dirty="0" err="1"/>
              <a:t>Сумма_НДС</a:t>
            </a:r>
            <a:r>
              <a:rPr lang="ru-RU" dirty="0"/>
              <a:t> (</a:t>
            </a:r>
            <a:r>
              <a:rPr lang="en-US" dirty="0"/>
              <a:t>DECIMAL(15,2)) — </a:t>
            </a:r>
            <a:r>
              <a:rPr lang="ru-RU" dirty="0"/>
              <a:t>вычисляемое поле (</a:t>
            </a:r>
            <a:r>
              <a:rPr lang="ru-RU" dirty="0" err="1"/>
              <a:t>Сумма_Без_НДС</a:t>
            </a:r>
            <a:r>
              <a:rPr lang="ru-RU" dirty="0"/>
              <a:t> * </a:t>
            </a:r>
            <a:r>
              <a:rPr lang="ru-RU" dirty="0" err="1"/>
              <a:t>Ставка_НДС</a:t>
            </a:r>
            <a:r>
              <a:rPr lang="ru-RU" dirty="0"/>
              <a:t> / 100).</a:t>
            </a:r>
            <a:endParaRPr lang="en-US" dirty="0"/>
          </a:p>
        </p:txBody>
      </p:sp>
      <p:sp>
        <p:nvSpPr>
          <p:cNvPr id="9" name="Управляющая кнопка: &quot;Вперед&quot; или &quot;Следующий&quot; 8">
            <a:hlinkClick r:id="" action="ppaction://hlinkshowjump?jump=nextslide" highlightClick="1"/>
            <a:extLst>
              <a:ext uri="{FF2B5EF4-FFF2-40B4-BE49-F238E27FC236}">
                <a16:creationId xmlns:a16="http://schemas.microsoft.com/office/drawing/2014/main" id="{FA08EBBD-35DB-5EA7-0A23-EFC22D936913}"/>
              </a:ext>
            </a:extLst>
          </p:cNvPr>
          <p:cNvSpPr/>
          <p:nvPr/>
        </p:nvSpPr>
        <p:spPr>
          <a:xfrm>
            <a:off x="11843491" y="6174710"/>
            <a:ext cx="593402" cy="610798"/>
          </a:xfrm>
          <a:prstGeom prst="actionButtonForwardNext">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0" name="Управляющая кнопка: &quot;На главную&quot; 9">
            <a:hlinkClick r:id="rId3" action="ppaction://hlinksldjump" highlightClick="1"/>
            <a:extLst>
              <a:ext uri="{FF2B5EF4-FFF2-40B4-BE49-F238E27FC236}">
                <a16:creationId xmlns:a16="http://schemas.microsoft.com/office/drawing/2014/main" id="{838867B5-1706-C022-A7AA-0207EFC68B42}"/>
              </a:ext>
            </a:extLst>
          </p:cNvPr>
          <p:cNvSpPr/>
          <p:nvPr/>
        </p:nvSpPr>
        <p:spPr>
          <a:xfrm>
            <a:off x="11130117" y="6174710"/>
            <a:ext cx="593402" cy="610798"/>
          </a:xfrm>
          <a:prstGeom prst="actionButtonHome">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2" name="Управляющая кнопка: &quot;Назад&quot; или &quot;Предыдущий&quot; 11">
            <a:hlinkClick r:id="" action="ppaction://hlinkshowjump?jump=previousslide" highlightClick="1"/>
            <a:extLst>
              <a:ext uri="{FF2B5EF4-FFF2-40B4-BE49-F238E27FC236}">
                <a16:creationId xmlns:a16="http://schemas.microsoft.com/office/drawing/2014/main" id="{172CA31C-13A8-1F05-47EE-3855DED64851}"/>
              </a:ext>
            </a:extLst>
          </p:cNvPr>
          <p:cNvSpPr/>
          <p:nvPr/>
        </p:nvSpPr>
        <p:spPr>
          <a:xfrm>
            <a:off x="10456071" y="6174710"/>
            <a:ext cx="593402" cy="610798"/>
          </a:xfrm>
          <a:prstGeom prst="actionButtonBackPrevious">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3057709176"/>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30E7C-21D0-7A7A-C97C-F9A6D3AA3AF9}"/>
            </a:ext>
          </a:extLst>
        </p:cNvPr>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A18DDC21-3AF5-F22F-12DE-B3A5D6EB97C4}"/>
              </a:ext>
            </a:extLst>
          </p:cNvPr>
          <p:cNvSpPr/>
          <p:nvPr/>
        </p:nvSpPr>
        <p:spPr>
          <a:xfrm>
            <a:off x="517107" y="6408741"/>
            <a:ext cx="593402" cy="288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Текст. поле 2">
            <a:extLst>
              <a:ext uri="{FF2B5EF4-FFF2-40B4-BE49-F238E27FC236}">
                <a16:creationId xmlns:a16="http://schemas.microsoft.com/office/drawing/2014/main" id="{657AC40C-2FE0-489E-AD40-51EA013D56EE}"/>
              </a:ext>
            </a:extLst>
          </p:cNvPr>
          <p:cNvSpPr txBox="1"/>
          <p:nvPr/>
        </p:nvSpPr>
        <p:spPr>
          <a:xfrm>
            <a:off x="991829" y="178021"/>
            <a:ext cx="9617177" cy="1077218"/>
          </a:xfrm>
          <a:prstGeom prst="rect">
            <a:avLst/>
          </a:prstGeom>
          <a:noFill/>
        </p:spPr>
        <p:txBody>
          <a:bodyPr wrap="square" rtlCol="0">
            <a:spAutoFit/>
          </a:bodyPr>
          <a:lstStyle/>
          <a:p>
            <a:r>
              <a:rPr lang="ru-RU" sz="3200" dirty="0">
                <a:solidFill>
                  <a:srgbClr val="A30236"/>
                </a:solidFill>
                <a:latin typeface="Arial Black" panose="020B0A04020102020204" pitchFamily="34" charset="0"/>
              </a:rPr>
              <a:t>СОЗДАТЬ СООТВЕТСТВУЮЩУЮ БАЗУ ДАННЫХ </a:t>
            </a:r>
            <a:endParaRPr lang="en-US" sz="3200" dirty="0">
              <a:solidFill>
                <a:srgbClr val="A30236"/>
              </a:solidFill>
              <a:latin typeface="Arial Black" panose="020B0A04020102020204" pitchFamily="34" charset="0"/>
              <a:ea typeface="Arial Black" panose="020B0A04020102020204" pitchFamily="34" charset="0"/>
              <a:cs typeface="Arial Black" panose="020B0A04020102020204" pitchFamily="34" charset="0"/>
            </a:endParaRPr>
          </a:p>
        </p:txBody>
      </p:sp>
      <p:sp>
        <p:nvSpPr>
          <p:cNvPr id="4" name="Текст. поле 2">
            <a:extLst>
              <a:ext uri="{FF2B5EF4-FFF2-40B4-BE49-F238E27FC236}">
                <a16:creationId xmlns:a16="http://schemas.microsoft.com/office/drawing/2014/main" id="{D836EE73-9A29-C9BB-F2A0-63E6ACCCA786}"/>
              </a:ext>
            </a:extLst>
          </p:cNvPr>
          <p:cNvSpPr txBox="1"/>
          <p:nvPr/>
        </p:nvSpPr>
        <p:spPr>
          <a:xfrm>
            <a:off x="226142" y="220690"/>
            <a:ext cx="663960" cy="461665"/>
          </a:xfrm>
          <a:prstGeom prst="rect">
            <a:avLst/>
          </a:prstGeom>
          <a:noFill/>
        </p:spPr>
        <p:txBody>
          <a:bodyPr wrap="square" rtlCol="0">
            <a:spAutoFit/>
          </a:bodyPr>
          <a:lstStyle/>
          <a:p>
            <a:r>
              <a:rPr lang="ru-RU" sz="2400"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rPr>
              <a:t>17</a:t>
            </a:r>
            <a:endParaRPr lang="en-US"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endParaRPr>
          </a:p>
        </p:txBody>
      </p:sp>
      <p:sp>
        <p:nvSpPr>
          <p:cNvPr id="7" name="TextBox 6">
            <a:extLst>
              <a:ext uri="{FF2B5EF4-FFF2-40B4-BE49-F238E27FC236}">
                <a16:creationId xmlns:a16="http://schemas.microsoft.com/office/drawing/2014/main" id="{485A42B7-65B8-1209-9AFF-2E1D4D57B484}"/>
              </a:ext>
            </a:extLst>
          </p:cNvPr>
          <p:cNvSpPr txBox="1"/>
          <p:nvPr/>
        </p:nvSpPr>
        <p:spPr>
          <a:xfrm>
            <a:off x="340126" y="1153626"/>
            <a:ext cx="79583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b="1" dirty="0"/>
              <a:t>Физическая модель (SQL код для создания и результат)</a:t>
            </a:r>
            <a:endParaRPr lang="en-US" b="1" dirty="0"/>
          </a:p>
        </p:txBody>
      </p:sp>
      <p:sp>
        <p:nvSpPr>
          <p:cNvPr id="10" name="TextBox 9">
            <a:extLst>
              <a:ext uri="{FF2B5EF4-FFF2-40B4-BE49-F238E27FC236}">
                <a16:creationId xmlns:a16="http://schemas.microsoft.com/office/drawing/2014/main" id="{0995E8E2-CB69-C790-6039-425118B9BA1B}"/>
              </a:ext>
            </a:extLst>
          </p:cNvPr>
          <p:cNvSpPr txBox="1"/>
          <p:nvPr/>
        </p:nvSpPr>
        <p:spPr>
          <a:xfrm>
            <a:off x="340126" y="1522958"/>
            <a:ext cx="9334816"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dirty="0"/>
              <a:t>Физическая модель — это реализация логической модели для конкретной СУБД.</a:t>
            </a:r>
            <a:endParaRPr lang="en-US" dirty="0"/>
          </a:p>
        </p:txBody>
      </p:sp>
      <p:sp>
        <p:nvSpPr>
          <p:cNvPr id="17" name="TextBox 16">
            <a:extLst>
              <a:ext uri="{FF2B5EF4-FFF2-40B4-BE49-F238E27FC236}">
                <a16:creationId xmlns:a16="http://schemas.microsoft.com/office/drawing/2014/main" id="{D57BCBF8-EC4C-B758-F2BE-E42326BB71F7}"/>
              </a:ext>
            </a:extLst>
          </p:cNvPr>
          <p:cNvSpPr txBox="1"/>
          <p:nvPr/>
        </p:nvSpPr>
        <p:spPr>
          <a:xfrm>
            <a:off x="226142" y="1994229"/>
            <a:ext cx="6479458" cy="25853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ru-RU" b="1" i="1" dirty="0"/>
              <a:t>Таблица поставщиков</a:t>
            </a:r>
          </a:p>
          <a:p>
            <a:r>
              <a:rPr lang="en-US" dirty="0"/>
              <a:t>CREATE TABLE Suppliers (</a:t>
            </a:r>
          </a:p>
          <a:p>
            <a:r>
              <a:rPr lang="en-US" dirty="0"/>
              <a:t>    </a:t>
            </a:r>
            <a:r>
              <a:rPr lang="en-US" dirty="0" err="1"/>
              <a:t>SupplierID</a:t>
            </a:r>
            <a:r>
              <a:rPr lang="en-US" dirty="0"/>
              <a:t> SERIAL PRIMARY KEY,</a:t>
            </a:r>
          </a:p>
          <a:p>
            <a:r>
              <a:rPr lang="en-US" dirty="0"/>
              <a:t>    Name VARCHAR(255) NOT NULL,</a:t>
            </a:r>
          </a:p>
          <a:p>
            <a:r>
              <a:rPr lang="en-US" dirty="0"/>
              <a:t>    INN VARCHAR(12) UNIQUE NOT NULL,</a:t>
            </a:r>
          </a:p>
          <a:p>
            <a:r>
              <a:rPr lang="en-US" dirty="0"/>
              <a:t>    KPP VARCHAR(9),</a:t>
            </a:r>
          </a:p>
          <a:p>
            <a:r>
              <a:rPr lang="en-US" dirty="0"/>
              <a:t>    Address TEXT,</a:t>
            </a:r>
          </a:p>
          <a:p>
            <a:r>
              <a:rPr lang="en-US" dirty="0"/>
              <a:t>    Phone VARCHAR(20)</a:t>
            </a:r>
          </a:p>
          <a:p>
            <a:r>
              <a:rPr lang="en-US" dirty="0"/>
              <a:t>);</a:t>
            </a:r>
          </a:p>
        </p:txBody>
      </p:sp>
      <p:sp>
        <p:nvSpPr>
          <p:cNvPr id="19" name="TextBox 18">
            <a:extLst>
              <a:ext uri="{FF2B5EF4-FFF2-40B4-BE49-F238E27FC236}">
                <a16:creationId xmlns:a16="http://schemas.microsoft.com/office/drawing/2014/main" id="{0B1AB663-2DA1-04B6-8053-6EDA867E0113}"/>
              </a:ext>
            </a:extLst>
          </p:cNvPr>
          <p:cNvSpPr txBox="1"/>
          <p:nvPr/>
        </p:nvSpPr>
        <p:spPr>
          <a:xfrm>
            <a:off x="7639665" y="1994229"/>
            <a:ext cx="4768645" cy="25853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ru-RU" b="1" i="1" dirty="0"/>
              <a:t>Таблица покупателей</a:t>
            </a:r>
          </a:p>
          <a:p>
            <a:r>
              <a:rPr lang="en-US" dirty="0"/>
              <a:t>CREATE TABLE Customers (</a:t>
            </a:r>
          </a:p>
          <a:p>
            <a:r>
              <a:rPr lang="en-US" dirty="0"/>
              <a:t>    </a:t>
            </a:r>
            <a:r>
              <a:rPr lang="en-US" dirty="0" err="1"/>
              <a:t>CustomerID</a:t>
            </a:r>
            <a:r>
              <a:rPr lang="en-US" dirty="0"/>
              <a:t> SERIAL PRIMARY KEY,</a:t>
            </a:r>
          </a:p>
          <a:p>
            <a:r>
              <a:rPr lang="en-US" dirty="0"/>
              <a:t>    Name VARCHAR(255) NOT NULL,</a:t>
            </a:r>
          </a:p>
          <a:p>
            <a:r>
              <a:rPr lang="en-US" dirty="0"/>
              <a:t>    INN VARCHAR(12) UNIQUE NOT NULL,</a:t>
            </a:r>
          </a:p>
          <a:p>
            <a:r>
              <a:rPr lang="en-US" dirty="0"/>
              <a:t>    KPP VARCHAR(9),</a:t>
            </a:r>
          </a:p>
          <a:p>
            <a:r>
              <a:rPr lang="en-US" dirty="0"/>
              <a:t>    Address TEXT,</a:t>
            </a:r>
          </a:p>
          <a:p>
            <a:r>
              <a:rPr lang="en-US" dirty="0"/>
              <a:t>    Phone VARCHAR(20)</a:t>
            </a:r>
          </a:p>
          <a:p>
            <a:r>
              <a:rPr lang="en-US" dirty="0"/>
              <a:t>);</a:t>
            </a:r>
          </a:p>
        </p:txBody>
      </p:sp>
      <p:sp>
        <p:nvSpPr>
          <p:cNvPr id="21" name="TextBox 20">
            <a:extLst>
              <a:ext uri="{FF2B5EF4-FFF2-40B4-BE49-F238E27FC236}">
                <a16:creationId xmlns:a16="http://schemas.microsoft.com/office/drawing/2014/main" id="{8002752C-D590-58D0-AFE9-8C73307D0F56}"/>
              </a:ext>
            </a:extLst>
          </p:cNvPr>
          <p:cNvSpPr txBox="1"/>
          <p:nvPr/>
        </p:nvSpPr>
        <p:spPr>
          <a:xfrm>
            <a:off x="2168013" y="4155480"/>
            <a:ext cx="6479458" cy="23083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ru-RU" b="1" i="1" dirty="0"/>
              <a:t>Таблица товаров (номенклатура)</a:t>
            </a:r>
          </a:p>
          <a:p>
            <a:r>
              <a:rPr lang="en-US" dirty="0"/>
              <a:t>CREATE TABLE Products (</a:t>
            </a:r>
          </a:p>
          <a:p>
            <a:r>
              <a:rPr lang="en-US" dirty="0"/>
              <a:t>    </a:t>
            </a:r>
            <a:r>
              <a:rPr lang="en-US" dirty="0" err="1"/>
              <a:t>ProductID</a:t>
            </a:r>
            <a:r>
              <a:rPr lang="en-US" dirty="0"/>
              <a:t> SERIAL PRIMARY KEY,</a:t>
            </a:r>
          </a:p>
          <a:p>
            <a:r>
              <a:rPr lang="en-US" dirty="0"/>
              <a:t>    Article VARCHAR(100) UNIQUE,</a:t>
            </a:r>
          </a:p>
          <a:p>
            <a:r>
              <a:rPr lang="en-US" dirty="0"/>
              <a:t>    Name VARCHAR(500) NOT NULL,</a:t>
            </a:r>
          </a:p>
          <a:p>
            <a:r>
              <a:rPr lang="en-US" dirty="0"/>
              <a:t>    Unit VARCHAR(20) NOT NULL,</a:t>
            </a:r>
          </a:p>
          <a:p>
            <a:r>
              <a:rPr lang="en-US" dirty="0"/>
              <a:t>    </a:t>
            </a:r>
            <a:r>
              <a:rPr lang="en-US" dirty="0" err="1"/>
              <a:t>VAT_Rate</a:t>
            </a:r>
            <a:r>
              <a:rPr lang="en-US" dirty="0"/>
              <a:t> DECIMAL(5,2) DEFAULT 20.0</a:t>
            </a:r>
          </a:p>
          <a:p>
            <a:r>
              <a:rPr lang="en-US" dirty="0"/>
              <a:t>);</a:t>
            </a:r>
          </a:p>
        </p:txBody>
      </p:sp>
      <p:sp>
        <p:nvSpPr>
          <p:cNvPr id="24" name="Управляющая кнопка: &quot;Вперед&quot; или &quot;Следующий&quot; 23">
            <a:hlinkClick r:id="" action="ppaction://hlinkshowjump?jump=nextslide" highlightClick="1"/>
            <a:extLst>
              <a:ext uri="{FF2B5EF4-FFF2-40B4-BE49-F238E27FC236}">
                <a16:creationId xmlns:a16="http://schemas.microsoft.com/office/drawing/2014/main" id="{803AB6D8-4FBA-79BF-7447-92E0384B8A40}"/>
              </a:ext>
            </a:extLst>
          </p:cNvPr>
          <p:cNvSpPr/>
          <p:nvPr/>
        </p:nvSpPr>
        <p:spPr>
          <a:xfrm>
            <a:off x="11853323" y="6174710"/>
            <a:ext cx="593402" cy="610798"/>
          </a:xfrm>
          <a:prstGeom prst="actionButtonForwardNext">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25" name="Управляющая кнопка: &quot;На главную&quot; 24">
            <a:hlinkClick r:id="rId3" action="ppaction://hlinksldjump" highlightClick="1"/>
            <a:extLst>
              <a:ext uri="{FF2B5EF4-FFF2-40B4-BE49-F238E27FC236}">
                <a16:creationId xmlns:a16="http://schemas.microsoft.com/office/drawing/2014/main" id="{A22F72F0-2EA9-089A-1ACC-587F880C6D5A}"/>
              </a:ext>
            </a:extLst>
          </p:cNvPr>
          <p:cNvSpPr/>
          <p:nvPr/>
        </p:nvSpPr>
        <p:spPr>
          <a:xfrm>
            <a:off x="11130117" y="6174710"/>
            <a:ext cx="593402" cy="610798"/>
          </a:xfrm>
          <a:prstGeom prst="actionButtonHome">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26" name="Управляющая кнопка: &quot;Назад&quot; или &quot;Предыдущий&quot; 25">
            <a:hlinkClick r:id="" action="ppaction://hlinkshowjump?jump=previousslide" highlightClick="1"/>
            <a:extLst>
              <a:ext uri="{FF2B5EF4-FFF2-40B4-BE49-F238E27FC236}">
                <a16:creationId xmlns:a16="http://schemas.microsoft.com/office/drawing/2014/main" id="{C4686C9B-BE87-D5D5-E917-B2462CA504F5}"/>
              </a:ext>
            </a:extLst>
          </p:cNvPr>
          <p:cNvSpPr/>
          <p:nvPr/>
        </p:nvSpPr>
        <p:spPr>
          <a:xfrm>
            <a:off x="10456071" y="6174710"/>
            <a:ext cx="593402" cy="610798"/>
          </a:xfrm>
          <a:prstGeom prst="actionButtonBackPrevious">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1638100194"/>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E6C30-1016-F8B6-3938-D8226B784190}"/>
            </a:ext>
          </a:extLst>
        </p:cNvPr>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E3FD36BB-2280-44CC-73E1-8A44059B7E27}"/>
              </a:ext>
            </a:extLst>
          </p:cNvPr>
          <p:cNvSpPr/>
          <p:nvPr/>
        </p:nvSpPr>
        <p:spPr>
          <a:xfrm>
            <a:off x="517107" y="6408741"/>
            <a:ext cx="593402" cy="288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Текст. поле 2">
            <a:extLst>
              <a:ext uri="{FF2B5EF4-FFF2-40B4-BE49-F238E27FC236}">
                <a16:creationId xmlns:a16="http://schemas.microsoft.com/office/drawing/2014/main" id="{9762165F-4A9D-A21A-0FEC-7C1C95EEF48C}"/>
              </a:ext>
            </a:extLst>
          </p:cNvPr>
          <p:cNvSpPr txBox="1"/>
          <p:nvPr/>
        </p:nvSpPr>
        <p:spPr>
          <a:xfrm>
            <a:off x="991829" y="178021"/>
            <a:ext cx="9617177" cy="1077218"/>
          </a:xfrm>
          <a:prstGeom prst="rect">
            <a:avLst/>
          </a:prstGeom>
          <a:noFill/>
        </p:spPr>
        <p:txBody>
          <a:bodyPr wrap="square" rtlCol="0">
            <a:spAutoFit/>
          </a:bodyPr>
          <a:lstStyle/>
          <a:p>
            <a:r>
              <a:rPr lang="ru-RU" sz="3200" dirty="0">
                <a:solidFill>
                  <a:srgbClr val="A30236"/>
                </a:solidFill>
                <a:latin typeface="Arial Black" panose="020B0A04020102020204" pitchFamily="34" charset="0"/>
              </a:rPr>
              <a:t>СОЗДАТЬ СООТВЕТСТВУЮЩУЮ БАЗУ ДАННЫХ </a:t>
            </a:r>
            <a:endParaRPr lang="en-US" sz="3200" dirty="0">
              <a:solidFill>
                <a:srgbClr val="A30236"/>
              </a:solidFill>
              <a:latin typeface="Arial Black" panose="020B0A04020102020204" pitchFamily="34" charset="0"/>
              <a:ea typeface="Arial Black" panose="020B0A04020102020204" pitchFamily="34" charset="0"/>
              <a:cs typeface="Arial Black" panose="020B0A04020102020204" pitchFamily="34" charset="0"/>
            </a:endParaRPr>
          </a:p>
        </p:txBody>
      </p:sp>
      <p:sp>
        <p:nvSpPr>
          <p:cNvPr id="4" name="Текст. поле 2">
            <a:extLst>
              <a:ext uri="{FF2B5EF4-FFF2-40B4-BE49-F238E27FC236}">
                <a16:creationId xmlns:a16="http://schemas.microsoft.com/office/drawing/2014/main" id="{BD20E318-9C57-9562-299F-51FD1DCE0CB7}"/>
              </a:ext>
            </a:extLst>
          </p:cNvPr>
          <p:cNvSpPr txBox="1"/>
          <p:nvPr/>
        </p:nvSpPr>
        <p:spPr>
          <a:xfrm>
            <a:off x="226142" y="220690"/>
            <a:ext cx="663960" cy="461665"/>
          </a:xfrm>
          <a:prstGeom prst="rect">
            <a:avLst/>
          </a:prstGeom>
          <a:noFill/>
        </p:spPr>
        <p:txBody>
          <a:bodyPr wrap="square" rtlCol="0">
            <a:spAutoFit/>
          </a:bodyPr>
          <a:lstStyle/>
          <a:p>
            <a:r>
              <a:rPr lang="ru-RU" sz="2400"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rPr>
              <a:t>1</a:t>
            </a:r>
            <a:r>
              <a:rPr lang="en-US" sz="2400"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rPr>
              <a:t>8</a:t>
            </a:r>
            <a:endParaRPr lang="en-US"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endParaRPr>
          </a:p>
        </p:txBody>
      </p:sp>
      <p:sp>
        <p:nvSpPr>
          <p:cNvPr id="7" name="TextBox 6">
            <a:extLst>
              <a:ext uri="{FF2B5EF4-FFF2-40B4-BE49-F238E27FC236}">
                <a16:creationId xmlns:a16="http://schemas.microsoft.com/office/drawing/2014/main" id="{9264EBDE-B42A-52B1-AD3D-AD56359498A6}"/>
              </a:ext>
            </a:extLst>
          </p:cNvPr>
          <p:cNvSpPr txBox="1"/>
          <p:nvPr/>
        </p:nvSpPr>
        <p:spPr>
          <a:xfrm>
            <a:off x="340126" y="1153626"/>
            <a:ext cx="79583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b="1" dirty="0"/>
              <a:t>Физическая модель (SQL код для создания и результат)</a:t>
            </a:r>
            <a:endParaRPr lang="en-US" b="1" dirty="0"/>
          </a:p>
        </p:txBody>
      </p:sp>
      <p:sp>
        <p:nvSpPr>
          <p:cNvPr id="6" name="TextBox 5">
            <a:extLst>
              <a:ext uri="{FF2B5EF4-FFF2-40B4-BE49-F238E27FC236}">
                <a16:creationId xmlns:a16="http://schemas.microsoft.com/office/drawing/2014/main" id="{9D586271-CD6E-8C77-2F1B-0FF347225C6D}"/>
              </a:ext>
            </a:extLst>
          </p:cNvPr>
          <p:cNvSpPr txBox="1"/>
          <p:nvPr/>
        </p:nvSpPr>
        <p:spPr>
          <a:xfrm>
            <a:off x="132735" y="1502251"/>
            <a:ext cx="4213123" cy="38779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ru-RU" sz="1600" b="1" i="1" dirty="0"/>
              <a:t>Таблица заголовков накладных</a:t>
            </a:r>
          </a:p>
          <a:p>
            <a:r>
              <a:rPr lang="en-US" sz="1600" dirty="0"/>
              <a:t>CREATE TABLE Invoices (</a:t>
            </a:r>
          </a:p>
          <a:p>
            <a:r>
              <a:rPr lang="en-US" sz="1600" dirty="0"/>
              <a:t>    </a:t>
            </a:r>
            <a:r>
              <a:rPr lang="en-US" sz="1600" dirty="0" err="1"/>
              <a:t>InvoiceID</a:t>
            </a:r>
            <a:r>
              <a:rPr lang="en-US" sz="1600" dirty="0"/>
              <a:t> SERIAL PRIMARY KEY,</a:t>
            </a:r>
          </a:p>
          <a:p>
            <a:r>
              <a:rPr lang="en-US" sz="1600" dirty="0"/>
              <a:t>    Number VARCHAR(50) NOT NULL,</a:t>
            </a:r>
          </a:p>
          <a:p>
            <a:r>
              <a:rPr lang="en-US" sz="1600" dirty="0"/>
              <a:t>    Date </a:t>
            </a:r>
            <a:r>
              <a:rPr lang="en-US" sz="1600" dirty="0" err="1"/>
              <a:t>DATE</a:t>
            </a:r>
            <a:r>
              <a:rPr lang="en-US" sz="1600" dirty="0"/>
              <a:t> NOT NULL DEFAULT CURRENT_DATE,</a:t>
            </a:r>
          </a:p>
          <a:p>
            <a:r>
              <a:rPr lang="en-US" sz="1600" dirty="0"/>
              <a:t>    </a:t>
            </a:r>
            <a:r>
              <a:rPr lang="en-US" sz="1600" dirty="0" err="1"/>
              <a:t>SupplierID</a:t>
            </a:r>
            <a:r>
              <a:rPr lang="en-US" sz="1600" dirty="0"/>
              <a:t> INT NOT NULL REFERENCES Suppliers(</a:t>
            </a:r>
            <a:r>
              <a:rPr lang="en-US" sz="1600" dirty="0" err="1"/>
              <a:t>SupplierID</a:t>
            </a:r>
            <a:r>
              <a:rPr lang="en-US" sz="1600" dirty="0"/>
              <a:t>) ON DELETE RESTRICT,</a:t>
            </a:r>
          </a:p>
          <a:p>
            <a:r>
              <a:rPr lang="en-US" sz="1600" dirty="0"/>
              <a:t>    </a:t>
            </a:r>
            <a:r>
              <a:rPr lang="en-US" sz="1600" dirty="0" err="1"/>
              <a:t>CustomerID</a:t>
            </a:r>
            <a:r>
              <a:rPr lang="en-US" sz="1600" dirty="0"/>
              <a:t> INT NOT NULL REFERENCES Customers(</a:t>
            </a:r>
            <a:r>
              <a:rPr lang="en-US" sz="1600" dirty="0" err="1"/>
              <a:t>CustomerID</a:t>
            </a:r>
            <a:r>
              <a:rPr lang="en-US" sz="1600" dirty="0"/>
              <a:t>) ON DELETE RESTRICT,</a:t>
            </a:r>
          </a:p>
          <a:p>
            <a:r>
              <a:rPr lang="en-US" sz="1600" dirty="0"/>
              <a:t>    Basis TEXT,</a:t>
            </a:r>
          </a:p>
          <a:p>
            <a:r>
              <a:rPr lang="en-US" sz="1600" dirty="0"/>
              <a:t>    </a:t>
            </a:r>
            <a:r>
              <a:rPr lang="en-US" sz="1600" dirty="0" err="1"/>
              <a:t>TotalAmount</a:t>
            </a:r>
            <a:r>
              <a:rPr lang="en-US" sz="1600" dirty="0"/>
              <a:t> DECIMAL(15,2)</a:t>
            </a:r>
          </a:p>
          <a:p>
            <a:r>
              <a:rPr lang="en-US" sz="1600" dirty="0"/>
              <a:t>);</a:t>
            </a:r>
          </a:p>
        </p:txBody>
      </p:sp>
      <p:sp>
        <p:nvSpPr>
          <p:cNvPr id="9" name="TextBox 8">
            <a:extLst>
              <a:ext uri="{FF2B5EF4-FFF2-40B4-BE49-F238E27FC236}">
                <a16:creationId xmlns:a16="http://schemas.microsoft.com/office/drawing/2014/main" id="{44CA15D2-26A1-C545-0CC7-0DADC0082F27}"/>
              </a:ext>
            </a:extLst>
          </p:cNvPr>
          <p:cNvSpPr txBox="1"/>
          <p:nvPr/>
        </p:nvSpPr>
        <p:spPr>
          <a:xfrm>
            <a:off x="4168877" y="1522958"/>
            <a:ext cx="8785123" cy="52629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ru-RU" sz="1400" b="1" i="1" dirty="0"/>
              <a:t>Таблица строк накладной (состав)</a:t>
            </a:r>
          </a:p>
          <a:p>
            <a:r>
              <a:rPr lang="en-US" sz="1400" dirty="0"/>
              <a:t>CREATE TABLE </a:t>
            </a:r>
            <a:r>
              <a:rPr lang="en-US" sz="1400" dirty="0" err="1"/>
              <a:t>InvoiceRows</a:t>
            </a:r>
            <a:r>
              <a:rPr lang="en-US" sz="1400" dirty="0"/>
              <a:t> (</a:t>
            </a:r>
          </a:p>
          <a:p>
            <a:r>
              <a:rPr lang="en-US" sz="1400" dirty="0"/>
              <a:t>    </a:t>
            </a:r>
            <a:r>
              <a:rPr lang="en-US" sz="1400" dirty="0" err="1"/>
              <a:t>RowID</a:t>
            </a:r>
            <a:r>
              <a:rPr lang="en-US" sz="1400" dirty="0"/>
              <a:t> SERIAL PRIMARY KEY,</a:t>
            </a:r>
          </a:p>
          <a:p>
            <a:r>
              <a:rPr lang="en-US" sz="1400" dirty="0"/>
              <a:t>    </a:t>
            </a:r>
            <a:r>
              <a:rPr lang="en-US" sz="1400" dirty="0" err="1"/>
              <a:t>InvoiceID</a:t>
            </a:r>
            <a:r>
              <a:rPr lang="en-US" sz="1400" dirty="0"/>
              <a:t> INT NOT NULL REFERENCES Invoices(</a:t>
            </a:r>
            <a:r>
              <a:rPr lang="en-US" sz="1400" dirty="0" err="1"/>
              <a:t>InvoiceID</a:t>
            </a:r>
            <a:r>
              <a:rPr lang="en-US" sz="1400" dirty="0"/>
              <a:t>) ON DELETE CASCADE,</a:t>
            </a:r>
          </a:p>
          <a:p>
            <a:r>
              <a:rPr lang="en-US" sz="1400" dirty="0"/>
              <a:t>    </a:t>
            </a:r>
            <a:r>
              <a:rPr lang="en-US" sz="1400" dirty="0" err="1"/>
              <a:t>ProductID</a:t>
            </a:r>
            <a:r>
              <a:rPr lang="en-US" sz="1400" dirty="0"/>
              <a:t> INT NOT NULL REFERENCES Products(</a:t>
            </a:r>
            <a:r>
              <a:rPr lang="en-US" sz="1400" dirty="0" err="1"/>
              <a:t>ProductID</a:t>
            </a:r>
            <a:r>
              <a:rPr lang="en-US" sz="1400" dirty="0"/>
              <a:t>) ON DELETE RESTRICT,</a:t>
            </a:r>
          </a:p>
          <a:p>
            <a:r>
              <a:rPr lang="en-US" sz="1400" dirty="0"/>
              <a:t>    </a:t>
            </a:r>
            <a:r>
              <a:rPr lang="en-US" sz="1400" dirty="0" err="1"/>
              <a:t>LineNumber</a:t>
            </a:r>
            <a:r>
              <a:rPr lang="en-US" sz="1400" dirty="0"/>
              <a:t> INT NOT NULL,</a:t>
            </a:r>
          </a:p>
          <a:p>
            <a:r>
              <a:rPr lang="en-US" sz="1400" dirty="0"/>
              <a:t>    ProductName VARCHAR(500) NOT NULL,</a:t>
            </a:r>
          </a:p>
          <a:p>
            <a:r>
              <a:rPr lang="en-US" sz="1400" dirty="0"/>
              <a:t>    </a:t>
            </a:r>
            <a:r>
              <a:rPr lang="en-US" sz="1400" dirty="0" err="1"/>
              <a:t>ProductCode</a:t>
            </a:r>
            <a:r>
              <a:rPr lang="en-US" sz="1400" dirty="0"/>
              <a:t> VARCHAR(100),</a:t>
            </a:r>
          </a:p>
          <a:p>
            <a:r>
              <a:rPr lang="en-US" sz="1400" dirty="0"/>
              <a:t>    OKPD2_Code VARCHAR(50),</a:t>
            </a:r>
          </a:p>
          <a:p>
            <a:r>
              <a:rPr lang="en-US" sz="1400" dirty="0"/>
              <a:t>    </a:t>
            </a:r>
            <a:r>
              <a:rPr lang="en-US" sz="1400" dirty="0" err="1"/>
              <a:t>UnitName</a:t>
            </a:r>
            <a:r>
              <a:rPr lang="en-US" sz="1400" dirty="0"/>
              <a:t> VARCHAR(50) NOT NULL,</a:t>
            </a:r>
          </a:p>
          <a:p>
            <a:r>
              <a:rPr lang="en-US" sz="1400" dirty="0"/>
              <a:t>    </a:t>
            </a:r>
            <a:r>
              <a:rPr lang="en-US" sz="1400" dirty="0" err="1"/>
              <a:t>UnitCode</a:t>
            </a:r>
            <a:r>
              <a:rPr lang="en-US" sz="1400" dirty="0"/>
              <a:t> VARCHAR(10) NOT NULL,</a:t>
            </a:r>
          </a:p>
          <a:p>
            <a:r>
              <a:rPr lang="en-US" sz="1400" dirty="0"/>
              <a:t>    </a:t>
            </a:r>
            <a:r>
              <a:rPr lang="en-US" sz="1400" dirty="0" err="1"/>
              <a:t>PackagingType</a:t>
            </a:r>
            <a:r>
              <a:rPr lang="en-US" sz="1400" dirty="0"/>
              <a:t> VARCHAR(100),</a:t>
            </a:r>
          </a:p>
          <a:p>
            <a:r>
              <a:rPr lang="en-US" sz="1400" dirty="0"/>
              <a:t>    </a:t>
            </a:r>
            <a:r>
              <a:rPr lang="en-US" sz="1400" dirty="0" err="1"/>
              <a:t>QuantityInOnePlace</a:t>
            </a:r>
            <a:r>
              <a:rPr lang="en-US" sz="1400" dirty="0"/>
              <a:t> INT,</a:t>
            </a:r>
          </a:p>
          <a:p>
            <a:r>
              <a:rPr lang="en-US" sz="1400" dirty="0"/>
              <a:t>    </a:t>
            </a:r>
            <a:r>
              <a:rPr lang="en-US" sz="1400" dirty="0" err="1"/>
              <a:t>PlacesQuantity</a:t>
            </a:r>
            <a:r>
              <a:rPr lang="en-US" sz="1400" dirty="0"/>
              <a:t> INT NOT NULL,</a:t>
            </a:r>
          </a:p>
          <a:p>
            <a:r>
              <a:rPr lang="en-US" sz="1400" dirty="0"/>
              <a:t>    Quantity DECIMAL(15,3) NOT NULL CHECK (Quantity &gt; 0),</a:t>
            </a:r>
          </a:p>
          <a:p>
            <a:r>
              <a:rPr lang="en-US" sz="1400" dirty="0"/>
              <a:t>    </a:t>
            </a:r>
            <a:r>
              <a:rPr lang="en-US" sz="1400" dirty="0" err="1"/>
              <a:t>WeightBrutto</a:t>
            </a:r>
            <a:r>
              <a:rPr lang="en-US" sz="1400" dirty="0"/>
              <a:t> DECIMAL(15,3),</a:t>
            </a:r>
          </a:p>
          <a:p>
            <a:r>
              <a:rPr lang="en-US" sz="1400" dirty="0"/>
              <a:t>    </a:t>
            </a:r>
            <a:r>
              <a:rPr lang="en-US" sz="1400" dirty="0" err="1"/>
              <a:t>WeightNetto</a:t>
            </a:r>
            <a:r>
              <a:rPr lang="en-US" sz="1400" dirty="0"/>
              <a:t> DECIMAL(15,3),</a:t>
            </a:r>
          </a:p>
          <a:p>
            <a:r>
              <a:rPr lang="en-US" sz="1400" dirty="0"/>
              <a:t>    Price DECIMAL(15,2) NOT NULL CHECK (Price &gt;= 0),</a:t>
            </a:r>
          </a:p>
          <a:p>
            <a:r>
              <a:rPr lang="en-US" sz="1400" dirty="0"/>
              <a:t>    </a:t>
            </a:r>
            <a:r>
              <a:rPr lang="en-US" sz="1400" dirty="0" err="1"/>
              <a:t>VAT_Rate</a:t>
            </a:r>
            <a:r>
              <a:rPr lang="en-US" sz="1400" dirty="0"/>
              <a:t> DECIMAL(5,2) NOT NULL,</a:t>
            </a:r>
          </a:p>
          <a:p>
            <a:r>
              <a:rPr lang="en-US" sz="1400" dirty="0" err="1"/>
              <a:t>Amount_Without_VAT</a:t>
            </a:r>
            <a:r>
              <a:rPr lang="en-US" sz="1400" dirty="0"/>
              <a:t> DECIMAL(15,2) GENERATED ALWAYS AS (Quantity * Price) STORED,</a:t>
            </a:r>
          </a:p>
          <a:p>
            <a:r>
              <a:rPr lang="en-US" sz="1400" dirty="0"/>
              <a:t>    </a:t>
            </a:r>
            <a:r>
              <a:rPr lang="en-US" sz="1400" dirty="0" err="1"/>
              <a:t>Amount_VAT</a:t>
            </a:r>
            <a:r>
              <a:rPr lang="en-US" sz="1400" dirty="0"/>
              <a:t> DECIMAL(15,2) GENERATED ALWAYS AS ((Quantity * Price) * </a:t>
            </a:r>
            <a:r>
              <a:rPr lang="en-US" sz="1400" dirty="0" err="1"/>
              <a:t>VAT_Rate</a:t>
            </a:r>
            <a:r>
              <a:rPr lang="en-US" sz="1400" dirty="0"/>
              <a:t> / 100) STORED,</a:t>
            </a:r>
          </a:p>
          <a:p>
            <a:r>
              <a:rPr lang="en-US" sz="1400" dirty="0"/>
              <a:t>    </a:t>
            </a:r>
            <a:r>
              <a:rPr lang="en-US" sz="1400" dirty="0" err="1"/>
              <a:t>Amount_With_VAT</a:t>
            </a:r>
            <a:r>
              <a:rPr lang="en-US" sz="1400" dirty="0"/>
              <a:t> DECIMAL(15,2) GENERATED ALWAYS AS (Quantity * Price * (1 + </a:t>
            </a:r>
            <a:r>
              <a:rPr lang="en-US" sz="1400" dirty="0" err="1"/>
              <a:t>VAT_Rate</a:t>
            </a:r>
            <a:r>
              <a:rPr lang="en-US" sz="1400" dirty="0"/>
              <a:t>/100)) STORED</a:t>
            </a:r>
          </a:p>
          <a:p>
            <a:r>
              <a:rPr lang="en-US" sz="1400" dirty="0"/>
              <a:t>);</a:t>
            </a:r>
            <a:endParaRPr lang="en-US" dirty="0"/>
          </a:p>
        </p:txBody>
      </p:sp>
      <p:sp>
        <p:nvSpPr>
          <p:cNvPr id="11" name="Управляющая кнопка: &quot;Вперед&quot; или &quot;Следующий&quot; 10">
            <a:hlinkClick r:id="" action="ppaction://hlinkshowjump?jump=nextslide" highlightClick="1"/>
            <a:extLst>
              <a:ext uri="{FF2B5EF4-FFF2-40B4-BE49-F238E27FC236}">
                <a16:creationId xmlns:a16="http://schemas.microsoft.com/office/drawing/2014/main" id="{819B411D-8B7E-B983-7F71-65F321704306}"/>
              </a:ext>
            </a:extLst>
          </p:cNvPr>
          <p:cNvSpPr/>
          <p:nvPr/>
        </p:nvSpPr>
        <p:spPr>
          <a:xfrm>
            <a:off x="11956025" y="6312310"/>
            <a:ext cx="480867" cy="473198"/>
          </a:xfrm>
          <a:prstGeom prst="actionButtonForwardNext">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2" name="Управляющая кнопка: &quot;На главную&quot; 11">
            <a:hlinkClick r:id="rId3" action="ppaction://hlinksldjump" highlightClick="1"/>
            <a:extLst>
              <a:ext uri="{FF2B5EF4-FFF2-40B4-BE49-F238E27FC236}">
                <a16:creationId xmlns:a16="http://schemas.microsoft.com/office/drawing/2014/main" id="{603DFC43-AB8B-BB5C-4DD2-0D08F6342235}"/>
              </a:ext>
            </a:extLst>
          </p:cNvPr>
          <p:cNvSpPr/>
          <p:nvPr/>
        </p:nvSpPr>
        <p:spPr>
          <a:xfrm>
            <a:off x="11242651" y="6312310"/>
            <a:ext cx="480868" cy="473198"/>
          </a:xfrm>
          <a:prstGeom prst="actionButtonHome">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3" name="Управляющая кнопка: &quot;Назад&quot; или &quot;Предыдущий&quot; 12">
            <a:hlinkClick r:id="" action="ppaction://hlinkshowjump?jump=previousslide" highlightClick="1"/>
            <a:extLst>
              <a:ext uri="{FF2B5EF4-FFF2-40B4-BE49-F238E27FC236}">
                <a16:creationId xmlns:a16="http://schemas.microsoft.com/office/drawing/2014/main" id="{0C503F22-57D6-3B67-7DBB-7DAB5D728602}"/>
              </a:ext>
            </a:extLst>
          </p:cNvPr>
          <p:cNvSpPr/>
          <p:nvPr/>
        </p:nvSpPr>
        <p:spPr>
          <a:xfrm>
            <a:off x="10529277" y="6312308"/>
            <a:ext cx="480868" cy="473199"/>
          </a:xfrm>
          <a:prstGeom prst="actionButtonBackPrevious">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2854993514"/>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B33A3-A2B0-D1C3-8A25-0E563BCD0270}"/>
            </a:ext>
          </a:extLst>
        </p:cNvPr>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0F675321-7EE9-B002-7557-7FF24D622F41}"/>
              </a:ext>
            </a:extLst>
          </p:cNvPr>
          <p:cNvSpPr/>
          <p:nvPr/>
        </p:nvSpPr>
        <p:spPr>
          <a:xfrm>
            <a:off x="517107" y="6408741"/>
            <a:ext cx="593402" cy="288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Текст. поле 2">
            <a:extLst>
              <a:ext uri="{FF2B5EF4-FFF2-40B4-BE49-F238E27FC236}">
                <a16:creationId xmlns:a16="http://schemas.microsoft.com/office/drawing/2014/main" id="{B751B58D-A66E-A8B5-45A8-AB6A59248E55}"/>
              </a:ext>
            </a:extLst>
          </p:cNvPr>
          <p:cNvSpPr txBox="1"/>
          <p:nvPr/>
        </p:nvSpPr>
        <p:spPr>
          <a:xfrm>
            <a:off x="991829" y="178021"/>
            <a:ext cx="9617177" cy="1077218"/>
          </a:xfrm>
          <a:prstGeom prst="rect">
            <a:avLst/>
          </a:prstGeom>
          <a:noFill/>
        </p:spPr>
        <p:txBody>
          <a:bodyPr wrap="square" rtlCol="0">
            <a:spAutoFit/>
          </a:bodyPr>
          <a:lstStyle/>
          <a:p>
            <a:r>
              <a:rPr lang="ru-RU" sz="3200" dirty="0">
                <a:solidFill>
                  <a:srgbClr val="A30236"/>
                </a:solidFill>
                <a:latin typeface="Arial Black" panose="020B0A04020102020204" pitchFamily="34" charset="0"/>
              </a:rPr>
              <a:t>СОЗДАТЬ СООТВЕТСТВУЮЩУЮ БАЗУ ДАННЫХ </a:t>
            </a:r>
            <a:endParaRPr lang="en-US" sz="3200" dirty="0">
              <a:solidFill>
                <a:srgbClr val="A30236"/>
              </a:solidFill>
              <a:latin typeface="Arial Black" panose="020B0A04020102020204" pitchFamily="34" charset="0"/>
              <a:ea typeface="Arial Black" panose="020B0A04020102020204" pitchFamily="34" charset="0"/>
              <a:cs typeface="Arial Black" panose="020B0A04020102020204" pitchFamily="34" charset="0"/>
            </a:endParaRPr>
          </a:p>
        </p:txBody>
      </p:sp>
      <p:sp>
        <p:nvSpPr>
          <p:cNvPr id="4" name="Текст. поле 2">
            <a:extLst>
              <a:ext uri="{FF2B5EF4-FFF2-40B4-BE49-F238E27FC236}">
                <a16:creationId xmlns:a16="http://schemas.microsoft.com/office/drawing/2014/main" id="{597A9282-B933-A9BF-61C2-1DEB1A649995}"/>
              </a:ext>
            </a:extLst>
          </p:cNvPr>
          <p:cNvSpPr txBox="1"/>
          <p:nvPr/>
        </p:nvSpPr>
        <p:spPr>
          <a:xfrm>
            <a:off x="226142" y="220690"/>
            <a:ext cx="663960" cy="461665"/>
          </a:xfrm>
          <a:prstGeom prst="rect">
            <a:avLst/>
          </a:prstGeom>
          <a:noFill/>
        </p:spPr>
        <p:txBody>
          <a:bodyPr wrap="square" rtlCol="0">
            <a:spAutoFit/>
          </a:bodyPr>
          <a:lstStyle/>
          <a:p>
            <a:r>
              <a:rPr lang="ru-RU" sz="2400"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rPr>
              <a:t>19</a:t>
            </a:r>
            <a:endParaRPr lang="en-US"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endParaRPr>
          </a:p>
        </p:txBody>
      </p:sp>
      <p:sp>
        <p:nvSpPr>
          <p:cNvPr id="7" name="TextBox 6">
            <a:extLst>
              <a:ext uri="{FF2B5EF4-FFF2-40B4-BE49-F238E27FC236}">
                <a16:creationId xmlns:a16="http://schemas.microsoft.com/office/drawing/2014/main" id="{44B8F43A-B0F4-3973-597B-4D83A0017286}"/>
              </a:ext>
            </a:extLst>
          </p:cNvPr>
          <p:cNvSpPr txBox="1"/>
          <p:nvPr/>
        </p:nvSpPr>
        <p:spPr>
          <a:xfrm>
            <a:off x="340126" y="1153626"/>
            <a:ext cx="79583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b="1" dirty="0"/>
              <a:t>Физическая модель (SQL код для создания и результат)</a:t>
            </a:r>
            <a:endParaRPr lang="en-US" b="1" dirty="0"/>
          </a:p>
        </p:txBody>
      </p:sp>
      <p:pic>
        <p:nvPicPr>
          <p:cNvPr id="11" name="Рисунок 10" descr="Изображение выглядит как текст, снимок экрана, программное обеспечение, число&#10;&#10;Содержимое, созданное искусственным интеллектом, может быть неверным.">
            <a:extLst>
              <a:ext uri="{FF2B5EF4-FFF2-40B4-BE49-F238E27FC236}">
                <a16:creationId xmlns:a16="http://schemas.microsoft.com/office/drawing/2014/main" id="{595697DA-08BA-4DBF-E67F-EADA9D430D17}"/>
              </a:ext>
            </a:extLst>
          </p:cNvPr>
          <p:cNvPicPr>
            <a:picLocks noChangeAspect="1"/>
          </p:cNvPicPr>
          <p:nvPr/>
        </p:nvPicPr>
        <p:blipFill>
          <a:blip r:embed="rId3"/>
          <a:srcRect t="62142"/>
          <a:stretch>
            <a:fillRect/>
          </a:stretch>
        </p:blipFill>
        <p:spPr>
          <a:xfrm>
            <a:off x="2652774" y="3775289"/>
            <a:ext cx="7648449" cy="2082547"/>
          </a:xfrm>
          <a:prstGeom prst="rect">
            <a:avLst/>
          </a:prstGeom>
        </p:spPr>
      </p:pic>
      <p:pic>
        <p:nvPicPr>
          <p:cNvPr id="13" name="Рисунок 12" descr="Изображение выглядит как текст, снимок экрана, программное обеспечение, Значок на компьютере&#10;&#10;Содержимое, созданное искусственным интеллектом, может быть неверным.">
            <a:extLst>
              <a:ext uri="{FF2B5EF4-FFF2-40B4-BE49-F238E27FC236}">
                <a16:creationId xmlns:a16="http://schemas.microsoft.com/office/drawing/2014/main" id="{C007C665-AC8A-41E4-2EAD-D6AECB69139F}"/>
              </a:ext>
            </a:extLst>
          </p:cNvPr>
          <p:cNvPicPr>
            <a:picLocks noChangeAspect="1"/>
          </p:cNvPicPr>
          <p:nvPr/>
        </p:nvPicPr>
        <p:blipFill>
          <a:blip r:embed="rId4"/>
          <a:srcRect l="15295" t="16884" b="61578"/>
          <a:stretch>
            <a:fillRect/>
          </a:stretch>
        </p:blipFill>
        <p:spPr>
          <a:xfrm>
            <a:off x="177160" y="1614228"/>
            <a:ext cx="12599679" cy="1802072"/>
          </a:xfrm>
          <a:prstGeom prst="rect">
            <a:avLst/>
          </a:prstGeom>
        </p:spPr>
      </p:pic>
      <p:sp>
        <p:nvSpPr>
          <p:cNvPr id="14" name="TextBox 13">
            <a:extLst>
              <a:ext uri="{FF2B5EF4-FFF2-40B4-BE49-F238E27FC236}">
                <a16:creationId xmlns:a16="http://schemas.microsoft.com/office/drawing/2014/main" id="{12AD7754-82A2-FABA-E1F6-57CA59E12344}"/>
              </a:ext>
            </a:extLst>
          </p:cNvPr>
          <p:cNvSpPr txBox="1"/>
          <p:nvPr/>
        </p:nvSpPr>
        <p:spPr>
          <a:xfrm>
            <a:off x="5007075" y="3405959"/>
            <a:ext cx="2939845"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ru-RU" sz="1800" b="0" i="0" u="none" strike="noStrike" cap="none" spc="0" normalizeH="0" baseline="0" dirty="0">
                <a:ln>
                  <a:noFill/>
                </a:ln>
                <a:solidFill>
                  <a:srgbClr val="000000"/>
                </a:solidFill>
                <a:effectLst/>
                <a:uFillTx/>
                <a:latin typeface="Arial"/>
                <a:ea typeface="Arial"/>
                <a:cs typeface="Arial"/>
                <a:sym typeface="Arial"/>
              </a:rPr>
              <a:t>Строки накладной</a:t>
            </a:r>
            <a:endParaRPr kumimoji="0" 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15" name="TextBox 14">
            <a:extLst>
              <a:ext uri="{FF2B5EF4-FFF2-40B4-BE49-F238E27FC236}">
                <a16:creationId xmlns:a16="http://schemas.microsoft.com/office/drawing/2014/main" id="{6A4EF1AB-2B30-1A4E-D8B1-271D7399DCC0}"/>
              </a:ext>
            </a:extLst>
          </p:cNvPr>
          <p:cNvSpPr txBox="1"/>
          <p:nvPr/>
        </p:nvSpPr>
        <p:spPr>
          <a:xfrm>
            <a:off x="5139810" y="5847495"/>
            <a:ext cx="2939845"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ru-RU" sz="1800" b="0" i="0" u="none" strike="noStrike" cap="none" spc="0" normalizeH="0" baseline="0" dirty="0">
                <a:ln>
                  <a:noFill/>
                </a:ln>
                <a:solidFill>
                  <a:srgbClr val="000000"/>
                </a:solidFill>
                <a:effectLst/>
                <a:uFillTx/>
                <a:latin typeface="Arial"/>
                <a:ea typeface="Arial"/>
                <a:cs typeface="Arial"/>
                <a:sym typeface="Arial"/>
              </a:rPr>
              <a:t>Заголовки накладной</a:t>
            </a:r>
            <a:endParaRPr kumimoji="0" 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16" name="Управляющая кнопка: &quot;Вперед&quot; или &quot;Следующий&quot; 15">
            <a:hlinkClick r:id="" action="ppaction://hlinkshowjump?jump=nextslide" highlightClick="1"/>
            <a:extLst>
              <a:ext uri="{FF2B5EF4-FFF2-40B4-BE49-F238E27FC236}">
                <a16:creationId xmlns:a16="http://schemas.microsoft.com/office/drawing/2014/main" id="{D6104730-B2DE-165E-3B1D-49BC6ED181AE}"/>
              </a:ext>
            </a:extLst>
          </p:cNvPr>
          <p:cNvSpPr/>
          <p:nvPr/>
        </p:nvSpPr>
        <p:spPr>
          <a:xfrm>
            <a:off x="11843491" y="6174710"/>
            <a:ext cx="593402" cy="610798"/>
          </a:xfrm>
          <a:prstGeom prst="actionButtonForwardNext">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7" name="Управляющая кнопка: &quot;На главную&quot; 16">
            <a:hlinkClick r:id="rId5" action="ppaction://hlinksldjump" highlightClick="1"/>
            <a:extLst>
              <a:ext uri="{FF2B5EF4-FFF2-40B4-BE49-F238E27FC236}">
                <a16:creationId xmlns:a16="http://schemas.microsoft.com/office/drawing/2014/main" id="{35C45EDB-97A9-CB8A-1D97-783EB804E748}"/>
              </a:ext>
            </a:extLst>
          </p:cNvPr>
          <p:cNvSpPr/>
          <p:nvPr/>
        </p:nvSpPr>
        <p:spPr>
          <a:xfrm>
            <a:off x="11130117" y="6174710"/>
            <a:ext cx="593402" cy="610798"/>
          </a:xfrm>
          <a:prstGeom prst="actionButtonHome">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8" name="Управляющая кнопка: &quot;Назад&quot; или &quot;Предыдущий&quot; 17">
            <a:hlinkClick r:id="" action="ppaction://hlinkshowjump?jump=previousslide" highlightClick="1"/>
            <a:extLst>
              <a:ext uri="{FF2B5EF4-FFF2-40B4-BE49-F238E27FC236}">
                <a16:creationId xmlns:a16="http://schemas.microsoft.com/office/drawing/2014/main" id="{963D1FBA-4B0E-D3CD-66B1-7E1D612F82B4}"/>
              </a:ext>
            </a:extLst>
          </p:cNvPr>
          <p:cNvSpPr/>
          <p:nvPr/>
        </p:nvSpPr>
        <p:spPr>
          <a:xfrm>
            <a:off x="10456071" y="6174710"/>
            <a:ext cx="593402" cy="610798"/>
          </a:xfrm>
          <a:prstGeom prst="actionButtonBackPrevious">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4283406199"/>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5A090-9E15-2D0D-A5CC-382421343879}"/>
            </a:ext>
          </a:extLst>
        </p:cNvPr>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943630D2-04B7-4642-BEA1-2C4B10529017}"/>
              </a:ext>
            </a:extLst>
          </p:cNvPr>
          <p:cNvSpPr/>
          <p:nvPr/>
        </p:nvSpPr>
        <p:spPr>
          <a:xfrm>
            <a:off x="517107" y="6408741"/>
            <a:ext cx="593402" cy="288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Текст. поле 2">
            <a:extLst>
              <a:ext uri="{FF2B5EF4-FFF2-40B4-BE49-F238E27FC236}">
                <a16:creationId xmlns:a16="http://schemas.microsoft.com/office/drawing/2014/main" id="{8DBD5F2A-03F0-F741-995A-912135BE9A91}"/>
              </a:ext>
            </a:extLst>
          </p:cNvPr>
          <p:cNvSpPr txBox="1"/>
          <p:nvPr/>
        </p:nvSpPr>
        <p:spPr>
          <a:xfrm>
            <a:off x="991829" y="178021"/>
            <a:ext cx="4196199" cy="597869"/>
          </a:xfrm>
          <a:prstGeom prst="rect">
            <a:avLst/>
          </a:prstGeom>
          <a:noFill/>
        </p:spPr>
        <p:txBody>
          <a:bodyPr wrap="square" rtlCol="0">
            <a:spAutoFit/>
          </a:bodyPr>
          <a:lstStyle/>
          <a:p>
            <a:r>
              <a:rPr lang="ru-RU" sz="3200" dirty="0">
                <a:solidFill>
                  <a:schemeClr val="accent1"/>
                </a:solidFill>
                <a:latin typeface="Arial Black" pitchFamily="34" charset="0"/>
                <a:ea typeface="Arial Black" pitchFamily="34" charset="0"/>
                <a:cs typeface="Arial Black" pitchFamily="34" charset="0"/>
              </a:rPr>
              <a:t>ЗАКЛЮЧЕНИЕ</a:t>
            </a:r>
            <a:endParaRPr lang="en-US" dirty="0">
              <a:solidFill>
                <a:schemeClr val="accent1"/>
              </a:solidFill>
              <a:latin typeface="Arial Black" pitchFamily="34" charset="0"/>
              <a:ea typeface="Arial Black" pitchFamily="34" charset="0"/>
              <a:cs typeface="Arial Black" pitchFamily="34" charset="0"/>
            </a:endParaRPr>
          </a:p>
        </p:txBody>
      </p:sp>
      <p:sp>
        <p:nvSpPr>
          <p:cNvPr id="5" name="TextBox 4">
            <a:extLst>
              <a:ext uri="{FF2B5EF4-FFF2-40B4-BE49-F238E27FC236}">
                <a16:creationId xmlns:a16="http://schemas.microsoft.com/office/drawing/2014/main" id="{D75D6EF0-183F-F50D-2DD0-1C164E105F1F}"/>
              </a:ext>
            </a:extLst>
          </p:cNvPr>
          <p:cNvSpPr txBox="1"/>
          <p:nvPr/>
        </p:nvSpPr>
        <p:spPr>
          <a:xfrm>
            <a:off x="356419" y="1846639"/>
            <a:ext cx="12241161" cy="31393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ru-RU" dirty="0"/>
              <a:t>В ходе работы было проведено полное исследование процесса учёта товаров на основании накладной ТОРГ-12. На первом этапе детально разобрали структуру самого документа — какие именно реквизиты в нём содержатся и какую роль они играют для бухгалтерии и склада. Это позволило чётко понять, какие данные в принципе нужно будет хранить и обрабатывать.</a:t>
            </a:r>
          </a:p>
          <a:p>
            <a:pPr algn="just"/>
            <a:r>
              <a:rPr lang="ru-RU" dirty="0"/>
              <a:t>Далее описали, как на практике строится работа с накладной: от момента её поступления до момента, когда товар оприходован, а документ уходит в архив. Чтобы представить этот процесс наглядно, изучили современные стандарты моделирования и построили диаграмму в нотации BPMN 2.0. На схеме видно, кто именно из сотрудников, на каком этапе и какие действия выполняет.</a:t>
            </a:r>
          </a:p>
          <a:p>
            <a:pPr algn="just"/>
            <a:r>
              <a:rPr lang="ru-RU" dirty="0"/>
              <a:t>Завершающим шагом стало проектирование базы данных. Опираясь на реквизиты накладной и логику процесса, разработали структуру таблиц, которая позволит надёжно хранить всю информацию из ТОРГ-12, быстро её находить и при необходимости формировать отчёты. </a:t>
            </a:r>
          </a:p>
        </p:txBody>
      </p:sp>
      <p:sp>
        <p:nvSpPr>
          <p:cNvPr id="6" name="Текст. поле 2">
            <a:extLst>
              <a:ext uri="{FF2B5EF4-FFF2-40B4-BE49-F238E27FC236}">
                <a16:creationId xmlns:a16="http://schemas.microsoft.com/office/drawing/2014/main" id="{252FFFC9-6E19-097E-D07B-53C04094DDE5}"/>
              </a:ext>
            </a:extLst>
          </p:cNvPr>
          <p:cNvSpPr txBox="1"/>
          <p:nvPr/>
        </p:nvSpPr>
        <p:spPr>
          <a:xfrm>
            <a:off x="226142" y="220690"/>
            <a:ext cx="663960" cy="461665"/>
          </a:xfrm>
          <a:prstGeom prst="rect">
            <a:avLst/>
          </a:prstGeom>
          <a:noFill/>
        </p:spPr>
        <p:txBody>
          <a:bodyPr wrap="square" rtlCol="0">
            <a:spAutoFit/>
          </a:bodyPr>
          <a:lstStyle/>
          <a:p>
            <a:r>
              <a:rPr lang="ru-RU" sz="2400"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rPr>
              <a:t>20</a:t>
            </a:r>
            <a:endParaRPr lang="en-US"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endParaRPr>
          </a:p>
        </p:txBody>
      </p:sp>
      <p:sp>
        <p:nvSpPr>
          <p:cNvPr id="7" name="Управляющая кнопка: &quot;Вперед&quot; или &quot;Следующий&quot; 6">
            <a:hlinkClick r:id="" action="ppaction://hlinkshowjump?jump=nextslide" highlightClick="1"/>
            <a:extLst>
              <a:ext uri="{FF2B5EF4-FFF2-40B4-BE49-F238E27FC236}">
                <a16:creationId xmlns:a16="http://schemas.microsoft.com/office/drawing/2014/main" id="{A8FD3C14-DA89-DE84-2CA9-9B6DC3F92C7C}"/>
              </a:ext>
            </a:extLst>
          </p:cNvPr>
          <p:cNvSpPr/>
          <p:nvPr/>
        </p:nvSpPr>
        <p:spPr>
          <a:xfrm>
            <a:off x="11843491" y="6174710"/>
            <a:ext cx="593402" cy="610798"/>
          </a:xfrm>
          <a:prstGeom prst="actionButtonForwardNext">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8" name="Управляющая кнопка: &quot;На главную&quot; 7">
            <a:hlinkClick r:id="rId3" action="ppaction://hlinksldjump" highlightClick="1"/>
            <a:extLst>
              <a:ext uri="{FF2B5EF4-FFF2-40B4-BE49-F238E27FC236}">
                <a16:creationId xmlns:a16="http://schemas.microsoft.com/office/drawing/2014/main" id="{5D58D858-7522-91E8-9D22-E7C331ABAB4D}"/>
              </a:ext>
            </a:extLst>
          </p:cNvPr>
          <p:cNvSpPr/>
          <p:nvPr/>
        </p:nvSpPr>
        <p:spPr>
          <a:xfrm>
            <a:off x="11130117" y="6174710"/>
            <a:ext cx="593402" cy="610798"/>
          </a:xfrm>
          <a:prstGeom prst="actionButtonHome">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9" name="Управляющая кнопка: &quot;Назад&quot; или &quot;Предыдущий&quot; 8">
            <a:hlinkClick r:id="" action="ppaction://hlinkshowjump?jump=previousslide" highlightClick="1"/>
            <a:extLst>
              <a:ext uri="{FF2B5EF4-FFF2-40B4-BE49-F238E27FC236}">
                <a16:creationId xmlns:a16="http://schemas.microsoft.com/office/drawing/2014/main" id="{98947329-D4BC-E224-B3D9-DCAF5C30EE45}"/>
              </a:ext>
            </a:extLst>
          </p:cNvPr>
          <p:cNvSpPr/>
          <p:nvPr/>
        </p:nvSpPr>
        <p:spPr>
          <a:xfrm>
            <a:off x="10456071" y="6174710"/>
            <a:ext cx="593402" cy="610798"/>
          </a:xfrm>
          <a:prstGeom prst="actionButtonBackPrevious">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74912991"/>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2A7-E442-6882-F4AC-D0639F1B8D0B}"/>
            </a:ext>
          </a:extLst>
        </p:cNvPr>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2B61F9A9-38DF-FBCB-FACC-4BF00C951277}"/>
              </a:ext>
            </a:extLst>
          </p:cNvPr>
          <p:cNvSpPr/>
          <p:nvPr/>
        </p:nvSpPr>
        <p:spPr>
          <a:xfrm>
            <a:off x="517107" y="6408741"/>
            <a:ext cx="593402" cy="288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Текст. поле 2">
            <a:extLst>
              <a:ext uri="{FF2B5EF4-FFF2-40B4-BE49-F238E27FC236}">
                <a16:creationId xmlns:a16="http://schemas.microsoft.com/office/drawing/2014/main" id="{B2466055-2C55-3C83-4C33-C033A6828DF5}"/>
              </a:ext>
            </a:extLst>
          </p:cNvPr>
          <p:cNvSpPr txBox="1"/>
          <p:nvPr/>
        </p:nvSpPr>
        <p:spPr>
          <a:xfrm>
            <a:off x="991829" y="178021"/>
            <a:ext cx="6462267" cy="584775"/>
          </a:xfrm>
          <a:prstGeom prst="rect">
            <a:avLst/>
          </a:prstGeom>
          <a:noFill/>
        </p:spPr>
        <p:txBody>
          <a:bodyPr wrap="square" rtlCol="0">
            <a:spAutoFit/>
          </a:bodyPr>
          <a:lstStyle/>
          <a:p>
            <a:r>
              <a:rPr lang="ru-RU" sz="3200" b="1" dirty="0">
                <a:solidFill>
                  <a:srgbClr val="A30236"/>
                </a:solidFill>
                <a:latin typeface="Arial Black" panose="020B0A04020102020204" pitchFamily="34" charset="0"/>
              </a:rPr>
              <a:t>ССЫЛКИ НА ИСТОЧНИКИ</a:t>
            </a:r>
            <a:endParaRPr lang="en-US" sz="3200" b="1" dirty="0">
              <a:solidFill>
                <a:srgbClr val="A30236"/>
              </a:solidFill>
              <a:latin typeface="Arial Black" panose="020B0A04020102020204" pitchFamily="34" charset="0"/>
            </a:endParaRPr>
          </a:p>
        </p:txBody>
      </p:sp>
      <p:sp>
        <p:nvSpPr>
          <p:cNvPr id="6" name="TextBox 5">
            <a:extLst>
              <a:ext uri="{FF2B5EF4-FFF2-40B4-BE49-F238E27FC236}">
                <a16:creationId xmlns:a16="http://schemas.microsoft.com/office/drawing/2014/main" id="{674266C4-9167-4F9A-353E-256E597DC667}"/>
              </a:ext>
            </a:extLst>
          </p:cNvPr>
          <p:cNvSpPr txBox="1"/>
          <p:nvPr/>
        </p:nvSpPr>
        <p:spPr>
          <a:xfrm>
            <a:off x="392626" y="1077389"/>
            <a:ext cx="12168747" cy="50167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indent="-342900">
              <a:buFont typeface="Wingdings" panose="05000000000000000000" pitchFamily="2" charset="2"/>
              <a:buChar char="§"/>
            </a:pPr>
            <a:r>
              <a:rPr lang="en-US" sz="2000" dirty="0">
                <a:solidFill>
                  <a:srgbClr val="A30236"/>
                </a:solidFill>
                <a:hlinkClick r:id="rId3">
                  <a:extLst>
                    <a:ext uri="{A12FA001-AC4F-418D-AE19-62706E023703}">
                      <ahyp:hlinkClr xmlns:ahyp="http://schemas.microsoft.com/office/drawing/2018/hyperlinkcolor" val="tx"/>
                    </a:ext>
                  </a:extLst>
                </a:hlinkClick>
              </a:rPr>
              <a:t>https://www.kontur-extern.ru/forms/45366-forma_torg_12</a:t>
            </a:r>
            <a:r>
              <a:rPr lang="ru-RU" sz="2000" dirty="0">
                <a:solidFill>
                  <a:srgbClr val="A30236"/>
                </a:solidFill>
              </a:rPr>
              <a:t> (подробное заполнение и процесс)</a:t>
            </a:r>
          </a:p>
          <a:p>
            <a:pPr marL="342900" indent="-342900">
              <a:buFont typeface="Wingdings" panose="05000000000000000000" pitchFamily="2" charset="2"/>
              <a:buChar char="§"/>
            </a:pPr>
            <a:r>
              <a:rPr lang="en-US" sz="2000" dirty="0">
                <a:solidFill>
                  <a:srgbClr val="A30236"/>
                </a:solidFill>
                <a:hlinkClick r:id="rId4">
                  <a:extLst>
                    <a:ext uri="{A12FA001-AC4F-418D-AE19-62706E023703}">
                      <ahyp:hlinkClr xmlns:ahyp="http://schemas.microsoft.com/office/drawing/2018/hyperlinkcolor" val="tx"/>
                    </a:ext>
                  </a:extLst>
                </a:hlinkClick>
              </a:rPr>
              <a:t>https://www.cleverence.ru/articles/bukhgalteriya/torg-12-chto-eto-takoe-i-kak-on-vyglyadit-pravila-oformleniya-tovarnoy-nakladnoy-i-trebovaniya-k-dok</a:t>
            </a:r>
            <a:r>
              <a:rPr lang="ru-RU" sz="2000" dirty="0">
                <a:solidFill>
                  <a:srgbClr val="A30236"/>
                </a:solidFill>
              </a:rPr>
              <a:t> (структура и шаги оформления)</a:t>
            </a:r>
          </a:p>
          <a:p>
            <a:pPr marL="342900" indent="-342900">
              <a:buFont typeface="Wingdings" panose="05000000000000000000" pitchFamily="2" charset="2"/>
              <a:buChar char="§"/>
            </a:pPr>
            <a:r>
              <a:rPr lang="en-US" sz="2000" dirty="0">
                <a:solidFill>
                  <a:srgbClr val="A30236"/>
                </a:solidFill>
                <a:hlinkClick r:id="rId5">
                  <a:extLst>
                    <a:ext uri="{A12FA001-AC4F-418D-AE19-62706E023703}">
                      <ahyp:hlinkClr xmlns:ahyp="http://schemas.microsoft.com/office/drawing/2018/hyperlinkcolor" val="tx"/>
                    </a:ext>
                  </a:extLst>
                </a:hlinkClick>
              </a:rPr>
              <a:t>https://www.diadoc.ru/docs/forms/nakladnaya</a:t>
            </a:r>
            <a:r>
              <a:rPr lang="ru-RU" sz="2000" dirty="0">
                <a:solidFill>
                  <a:srgbClr val="A30236"/>
                </a:solidFill>
              </a:rPr>
              <a:t> (электронный процесс)</a:t>
            </a:r>
          </a:p>
          <a:p>
            <a:pPr marL="342900" indent="-342900">
              <a:buFont typeface="Wingdings" panose="05000000000000000000" pitchFamily="2" charset="2"/>
              <a:buChar char="§"/>
            </a:pPr>
            <a:r>
              <a:rPr lang="en-US" sz="2000" dirty="0">
                <a:solidFill>
                  <a:srgbClr val="A30236"/>
                </a:solidFill>
                <a:hlinkClick r:id="rId6">
                  <a:extLst>
                    <a:ext uri="{A12FA001-AC4F-418D-AE19-62706E023703}">
                      <ahyp:hlinkClr xmlns:ahyp="http://schemas.microsoft.com/office/drawing/2018/hyperlinkcolor" val="tx"/>
                    </a:ext>
                  </a:extLst>
                </a:hlinkClick>
              </a:rPr>
              <a:t>https://kdelu.vtb.ru/articles/tovarnaya-nakladnaya-torg-12-dlya-chego-nuzhna-i-kak-oformit</a:t>
            </a:r>
            <a:r>
              <a:rPr lang="ru-RU" sz="2000" dirty="0">
                <a:solidFill>
                  <a:srgbClr val="A30236"/>
                </a:solidFill>
              </a:rPr>
              <a:t> (учет и цели)</a:t>
            </a:r>
          </a:p>
          <a:p>
            <a:pPr marL="342900" indent="-342900">
              <a:buFont typeface="Wingdings" panose="05000000000000000000" pitchFamily="2" charset="2"/>
              <a:buChar char="§"/>
            </a:pPr>
            <a:r>
              <a:rPr lang="en-US" sz="2000" dirty="0">
                <a:solidFill>
                  <a:srgbClr val="A30236"/>
                </a:solidFill>
                <a:hlinkClick r:id="rId7">
                  <a:extLst>
                    <a:ext uri="{A12FA001-AC4F-418D-AE19-62706E023703}">
                      <ahyp:hlinkClr xmlns:ahyp="http://schemas.microsoft.com/office/drawing/2018/hyperlinkcolor" val="tx"/>
                    </a:ext>
                  </a:extLst>
                </a:hlinkClick>
              </a:rPr>
              <a:t>https://habr.com/ru/articles/843942/</a:t>
            </a:r>
            <a:r>
              <a:rPr lang="ru-RU" sz="2000" dirty="0">
                <a:solidFill>
                  <a:srgbClr val="A30236"/>
                </a:solidFill>
              </a:rPr>
              <a:t> (назначение и особенности стандарта описания процесса BPMN 2.0)</a:t>
            </a:r>
          </a:p>
          <a:p>
            <a:pPr marL="342900" indent="-342900">
              <a:buFont typeface="Wingdings" panose="05000000000000000000" pitchFamily="2" charset="2"/>
              <a:buChar char="§"/>
            </a:pPr>
            <a:r>
              <a:rPr lang="en-US" sz="2000" dirty="0">
                <a:solidFill>
                  <a:srgbClr val="A30236"/>
                </a:solidFill>
                <a:hlinkClick r:id="rId8">
                  <a:extLst>
                    <a:ext uri="{A12FA001-AC4F-418D-AE19-62706E023703}">
                      <ahyp:hlinkClr xmlns:ahyp="http://schemas.microsoft.com/office/drawing/2018/hyperlinkcolor" val="tx"/>
                    </a:ext>
                  </a:extLst>
                </a:hlinkClick>
              </a:rPr>
              <a:t>https://practicum.yandex.ru/blog/notaciya-bpmn-dlya-biznes-processov/</a:t>
            </a:r>
            <a:r>
              <a:rPr lang="ru-RU" sz="2000" dirty="0">
                <a:solidFill>
                  <a:srgbClr val="A30236"/>
                </a:solidFill>
              </a:rPr>
              <a:t> </a:t>
            </a:r>
            <a:r>
              <a:rPr lang="ru-RU" sz="2000" dirty="0">
                <a:solidFill>
                  <a:schemeClr val="tx1"/>
                </a:solidFill>
              </a:rPr>
              <a:t>(основные элементы и алгоритм)</a:t>
            </a:r>
          </a:p>
          <a:p>
            <a:pPr marL="342900" indent="-342900">
              <a:buFont typeface="Wingdings" panose="05000000000000000000" pitchFamily="2" charset="2"/>
              <a:buChar char="§"/>
            </a:pPr>
            <a:r>
              <a:rPr lang="en-US" sz="2000" dirty="0">
                <a:solidFill>
                  <a:srgbClr val="A30236"/>
                </a:solidFill>
                <a:hlinkClick r:id="rId9">
                  <a:extLst>
                    <a:ext uri="{A12FA001-AC4F-418D-AE19-62706E023703}">
                      <ahyp:hlinkClr xmlns:ahyp="http://schemas.microsoft.com/office/drawing/2018/hyperlinkcolor" val="tx"/>
                    </a:ext>
                  </a:extLst>
                </a:hlinkClick>
              </a:rPr>
              <a:t>https://learning.sap.com/courses/managing-business-processes-with-sap-signavio-solutions/introduction-to-business-process-modeling-in-practice-bpmn-2-0-_ae4a5df4-43d7-458e-be67-3546a9b81193</a:t>
            </a:r>
            <a:r>
              <a:rPr lang="ru-RU" sz="2000" dirty="0">
                <a:solidFill>
                  <a:srgbClr val="A30236"/>
                </a:solidFill>
              </a:rPr>
              <a:t> </a:t>
            </a:r>
            <a:r>
              <a:rPr lang="ru-RU" sz="2000" dirty="0">
                <a:solidFill>
                  <a:schemeClr val="tx1"/>
                </a:solidFill>
              </a:rPr>
              <a:t>(введение в моделирование бизнес-процессов на практике (BPMN 2.0)</a:t>
            </a:r>
          </a:p>
          <a:p>
            <a:pPr marL="342900" indent="-342900">
              <a:buFont typeface="Wingdings" panose="05000000000000000000" pitchFamily="2" charset="2"/>
              <a:buChar char="§"/>
            </a:pPr>
            <a:r>
              <a:rPr lang="en-US" sz="2000" dirty="0">
                <a:solidFill>
                  <a:srgbClr val="A30236"/>
                </a:solidFill>
                <a:hlinkClick r:id="rId10">
                  <a:extLst>
                    <a:ext uri="{A12FA001-AC4F-418D-AE19-62706E023703}">
                      <ahyp:hlinkClr xmlns:ahyp="http://schemas.microsoft.com/office/drawing/2018/hyperlinkcolor" val="tx"/>
                    </a:ext>
                  </a:extLst>
                </a:hlinkClick>
              </a:rPr>
              <a:t>https://guides.visual-paradigm.com/cn/1595-2/#respond</a:t>
            </a:r>
            <a:r>
              <a:rPr lang="ru-RU" sz="2000" dirty="0">
                <a:solidFill>
                  <a:srgbClr val="A30236"/>
                </a:solidFill>
              </a:rPr>
              <a:t> </a:t>
            </a:r>
            <a:r>
              <a:rPr lang="ru-RU" sz="2000" dirty="0">
                <a:solidFill>
                  <a:schemeClr val="tx1"/>
                </a:solidFill>
              </a:rPr>
              <a:t>(</a:t>
            </a:r>
            <a:r>
              <a:rPr lang="en-US" sz="2000" dirty="0">
                <a:solidFill>
                  <a:schemeClr val="tx1"/>
                </a:solidFill>
              </a:rPr>
              <a:t>BPMN – </a:t>
            </a:r>
            <a:r>
              <a:rPr lang="ru-RU" sz="2000" dirty="0">
                <a:solidFill>
                  <a:schemeClr val="tx1"/>
                </a:solidFill>
              </a:rPr>
              <a:t>всеобъемлющее руководство)</a:t>
            </a:r>
          </a:p>
          <a:p>
            <a:pPr marL="342900" indent="-342900">
              <a:buFont typeface="Wingdings" panose="05000000000000000000" pitchFamily="2" charset="2"/>
              <a:buChar char="§"/>
            </a:pPr>
            <a:endParaRPr lang="ru-RU" sz="2000" dirty="0">
              <a:solidFill>
                <a:srgbClr val="A30236"/>
              </a:solidFill>
            </a:endParaRPr>
          </a:p>
          <a:p>
            <a:endParaRPr lang="en-US" sz="2000" dirty="0"/>
          </a:p>
        </p:txBody>
      </p:sp>
      <p:sp>
        <p:nvSpPr>
          <p:cNvPr id="7" name="Текст. поле 2">
            <a:extLst>
              <a:ext uri="{FF2B5EF4-FFF2-40B4-BE49-F238E27FC236}">
                <a16:creationId xmlns:a16="http://schemas.microsoft.com/office/drawing/2014/main" id="{C9B41308-D8A7-EB8A-1D61-6AAB34E56170}"/>
              </a:ext>
            </a:extLst>
          </p:cNvPr>
          <p:cNvSpPr txBox="1"/>
          <p:nvPr/>
        </p:nvSpPr>
        <p:spPr>
          <a:xfrm>
            <a:off x="226142" y="220690"/>
            <a:ext cx="663960" cy="461665"/>
          </a:xfrm>
          <a:prstGeom prst="rect">
            <a:avLst/>
          </a:prstGeom>
          <a:noFill/>
        </p:spPr>
        <p:txBody>
          <a:bodyPr wrap="square" rtlCol="0">
            <a:spAutoFit/>
          </a:bodyPr>
          <a:lstStyle/>
          <a:p>
            <a:r>
              <a:rPr lang="ru-RU" sz="2400"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rPr>
              <a:t>21</a:t>
            </a:r>
            <a:endParaRPr lang="en-US" dirty="0">
              <a:solidFill>
                <a:schemeClr val="bg1"/>
              </a:solidFill>
              <a:effectLst>
                <a:outerShdw blurRad="38100" dist="38100" dir="2700000" algn="tl">
                  <a:srgbClr val="000000">
                    <a:alpha val="43137"/>
                  </a:srgbClr>
                </a:outerShdw>
              </a:effectLst>
              <a:latin typeface="Arial Black" pitchFamily="34" charset="0"/>
              <a:ea typeface="Arial Black" pitchFamily="34" charset="0"/>
              <a:cs typeface="Arial Black" pitchFamily="34" charset="0"/>
            </a:endParaRPr>
          </a:p>
        </p:txBody>
      </p:sp>
      <p:sp>
        <p:nvSpPr>
          <p:cNvPr id="8" name="Управляющая кнопка: &quot;На главную&quot; 7">
            <a:hlinkClick r:id="rId11" action="ppaction://hlinksldjump" highlightClick="1"/>
            <a:extLst>
              <a:ext uri="{FF2B5EF4-FFF2-40B4-BE49-F238E27FC236}">
                <a16:creationId xmlns:a16="http://schemas.microsoft.com/office/drawing/2014/main" id="{FE8C37C0-1F35-395B-9EF1-6FCBC851AEE2}"/>
              </a:ext>
            </a:extLst>
          </p:cNvPr>
          <p:cNvSpPr/>
          <p:nvPr/>
        </p:nvSpPr>
        <p:spPr>
          <a:xfrm>
            <a:off x="11130117" y="6174710"/>
            <a:ext cx="593402" cy="610798"/>
          </a:xfrm>
          <a:prstGeom prst="actionButtonHome">
            <a:avLst/>
          </a:prstGeom>
          <a:solidFill>
            <a:srgbClr val="A30236"/>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1798002745"/>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Title 1"/>
          <p:cNvSpPr>
            <a:spLocks noGrp="1" noEditPoints="1"/>
          </p:cNvSpPr>
          <p:nvPr>
            <p:ph type="title"/>
          </p:nvPr>
        </p:nvSpPr>
        <p:spPr>
          <a:prstGeom prst="rect">
            <a:avLst/>
          </a:prstGeom>
        </p:spPr>
        <p:txBody>
          <a:bodyPr/>
          <a:lstStyle/>
          <a:p>
            <a:r>
              <a:t>СПАСИБО ЗА ВНИМАНИЕ!</a:t>
            </a:r>
          </a:p>
        </p:txBody>
      </p:sp>
      <p:sp>
        <p:nvSpPr>
          <p:cNvPr id="237" name="TextBox 5"/>
          <p:cNvSpPr txBox="1"/>
          <p:nvPr/>
        </p:nvSpPr>
        <p:spPr>
          <a:xfrm>
            <a:off x="913800" y="6125934"/>
            <a:ext cx="2146926" cy="210567"/>
          </a:xfrm>
          <a:prstGeom prst="rect">
            <a:avLst/>
          </a:prstGeom>
          <a:ln w="12700">
            <a:miter lim="400000"/>
          </a:ln>
        </p:spPr>
        <p:txBody>
          <a:bodyPr lIns="0" tIns="0" rIns="0" bIns="0">
            <a:spAutoFit/>
          </a:bodyPr>
          <a:lstStyle>
            <a:lvl1pPr>
              <a:defRPr sz="1400">
                <a:solidFill>
                  <a:srgbClr val="FFFFFF"/>
                </a:solidFill>
              </a:defRPr>
            </a:lvl1pPr>
          </a:lstStyle>
          <a:p>
            <a:r>
              <a:t>Нижний Новгород, 202</a:t>
            </a:r>
            <a:r>
              <a:rPr lang="ru-RU"/>
              <a:t>5</a:t>
            </a:r>
          </a:p>
        </p:txBody>
      </p:sp>
      <p:sp>
        <p:nvSpPr>
          <p:cNvPr id="238" name="Прямоугольник 237"/>
          <p:cNvSpPr/>
          <p:nvPr/>
        </p:nvSpPr>
        <p:spPr>
          <a:xfrm>
            <a:off x="11927380" y="703605"/>
            <a:ext cx="364519" cy="5934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med"/>
</p:sld>
</file>

<file path=ppt/theme/theme1.xml><?xml version="1.0" encoding="utf-8"?>
<a:theme xmlns:a="http://schemas.openxmlformats.org/drawingml/2006/main" name="Тема Office">
  <a:themeElements>
    <a:clrScheme name="Тема Office">
      <a:dk1>
        <a:srgbClr val="000000"/>
      </a:dk1>
      <a:lt1>
        <a:srgbClr val="FFFFFF"/>
      </a:lt1>
      <a:dk2>
        <a:srgbClr val="A7A7A7"/>
      </a:dk2>
      <a:lt2>
        <a:srgbClr val="535353"/>
      </a:lt2>
      <a:accent1>
        <a:srgbClr val="A30236"/>
      </a:accent1>
      <a:accent2>
        <a:srgbClr val="ED7D31"/>
      </a:accent2>
      <a:accent3>
        <a:srgbClr val="879DC1"/>
      </a:accent3>
      <a:accent4>
        <a:srgbClr val="FF5C36"/>
      </a:accent4>
      <a:accent5>
        <a:srgbClr val="3F5CBD"/>
      </a:accent5>
      <a:accent6>
        <a:srgbClr val="12A3AD"/>
      </a:accent6>
      <a:hlink>
        <a:srgbClr val="0000FF"/>
      </a:hlink>
      <a:folHlink>
        <a:srgbClr val="FF00FF"/>
      </a:folHlink>
    </a:clrScheme>
    <a:fontScheme name="Тема Office">
      <a:majorFont>
        <a:latin typeface="Calibri"/>
        <a:ea typeface="Calibri"/>
        <a:cs typeface="Calibri"/>
      </a:majorFont>
      <a:minorFont>
        <a:latin typeface="Times New Roman"/>
        <a:ea typeface="Times New Roman"/>
        <a:cs typeface="Times New Roman"/>
      </a:minorFont>
    </a:fontScheme>
    <a:fmtScheme name="Тема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Тема Office">
  <a:themeElements>
    <a:clrScheme name="Тема Office">
      <a:dk1>
        <a:srgbClr val="000000"/>
      </a:dk1>
      <a:lt1>
        <a:srgbClr val="FFFFFF"/>
      </a:lt1>
      <a:dk2>
        <a:srgbClr val="A7A7A7"/>
      </a:dk2>
      <a:lt2>
        <a:srgbClr val="535353"/>
      </a:lt2>
      <a:accent1>
        <a:srgbClr val="A30236"/>
      </a:accent1>
      <a:accent2>
        <a:srgbClr val="ED7D31"/>
      </a:accent2>
      <a:accent3>
        <a:srgbClr val="879DC1"/>
      </a:accent3>
      <a:accent4>
        <a:srgbClr val="FF5C36"/>
      </a:accent4>
      <a:accent5>
        <a:srgbClr val="3F5CBD"/>
      </a:accent5>
      <a:accent6>
        <a:srgbClr val="12A3AD"/>
      </a:accent6>
      <a:hlink>
        <a:srgbClr val="0000FF"/>
      </a:hlink>
      <a:folHlink>
        <a:srgbClr val="FF00FF"/>
      </a:folHlink>
    </a:clrScheme>
    <a:fontScheme name="Тема Office">
      <a:majorFont>
        <a:latin typeface="Calibri"/>
        <a:ea typeface="Calibri"/>
        <a:cs typeface="Calibri"/>
      </a:majorFont>
      <a:minorFont>
        <a:latin typeface="Times New Roman"/>
        <a:ea typeface="Times New Roman"/>
        <a:cs typeface="Times New Roman"/>
      </a:minorFont>
    </a:fontScheme>
    <a:fmtScheme name="Тема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836</TotalTime>
  <Words>3144</Words>
  <Application>Microsoft Office PowerPoint</Application>
  <PresentationFormat>Произвольный</PresentationFormat>
  <Paragraphs>309</Paragraphs>
  <Slides>22</Slides>
  <Notes>22</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22</vt:i4>
      </vt:variant>
    </vt:vector>
  </HeadingPairs>
  <TitlesOfParts>
    <vt:vector size="28" baseType="lpstr">
      <vt:lpstr>Arial</vt:lpstr>
      <vt:lpstr>Arial Black</vt:lpstr>
      <vt:lpstr>Calibri</vt:lpstr>
      <vt:lpstr>Helvetica Neue</vt:lpstr>
      <vt:lpstr>Wingdings</vt:lpstr>
      <vt:lpstr>Тема Office</vt:lpstr>
      <vt:lpstr>Реквизитный анализ экономического документа и создание его внутримашинного представления</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СПАСИБО ЗА ВНИМАНИЕ!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user</dc:creator>
  <cp:lastModifiedBy>Мария Томилина</cp:lastModifiedBy>
  <cp:revision>5</cp:revision>
  <dcterms:modified xsi:type="dcterms:W3CDTF">2026-02-26T01:12:31Z</dcterms:modified>
</cp:coreProperties>
</file>